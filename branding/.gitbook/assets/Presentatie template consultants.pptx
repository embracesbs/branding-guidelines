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321" r:id="rId2"/>
    <p:sldId id="301" r:id="rId3"/>
    <p:sldId id="304" r:id="rId4"/>
    <p:sldId id="310" r:id="rId5"/>
    <p:sldId id="305" r:id="rId6"/>
    <p:sldId id="259" r:id="rId7"/>
    <p:sldId id="303" r:id="rId8"/>
    <p:sldId id="285" r:id="rId9"/>
    <p:sldId id="289" r:id="rId10"/>
    <p:sldId id="306" r:id="rId11"/>
    <p:sldId id="308" r:id="rId12"/>
    <p:sldId id="318" r:id="rId13"/>
    <p:sldId id="320" r:id="rId14"/>
    <p:sldId id="316" r:id="rId15"/>
    <p:sldId id="312" r:id="rId16"/>
    <p:sldId id="317" r:id="rId17"/>
    <p:sldId id="313" r:id="rId18"/>
    <p:sldId id="272" r:id="rId19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152D"/>
    <a:srgbClr val="15A8B8"/>
    <a:srgbClr val="C9EBF0"/>
    <a:srgbClr val="2E2465"/>
    <a:srgbClr val="98DDE3"/>
    <a:srgbClr val="5E4EA0"/>
    <a:srgbClr val="63CB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38"/>
    <p:restoredTop sz="94694"/>
  </p:normalViewPr>
  <p:slideViewPr>
    <p:cSldViewPr snapToGrid="0" snapToObjects="1" showGuides="1">
      <p:cViewPr varScale="1">
        <p:scale>
          <a:sx n="117" d="100"/>
          <a:sy n="117" d="100"/>
        </p:scale>
        <p:origin x="768" y="168"/>
      </p:cViewPr>
      <p:guideLst>
        <p:guide orient="horz" pos="2160"/>
        <p:guide pos="3863"/>
      </p:guideLst>
    </p:cSldViewPr>
  </p:slideViewPr>
  <p:outlineViewPr>
    <p:cViewPr>
      <p:scale>
        <a:sx n="33" d="100"/>
        <a:sy n="33" d="100"/>
      </p:scale>
      <p:origin x="0" y="-108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584FE-AFF5-4748-B7AC-BA6DFDEC6DCA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D0B177-C40A-6949-A525-F96C74750E4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94646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0B177-C40A-6949-A525-F96C74750E45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04641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D0B177-C40A-6949-A525-F96C74750E45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98487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dia 1 | Logo groot">
    <p:bg>
      <p:bgPr>
        <a:solidFill>
          <a:srgbClr val="0315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44FC497C-FE98-A145-8DE3-FFB9692800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72974" y="1115014"/>
            <a:ext cx="4446051" cy="4627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060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eldia 2 | Log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A9B91C2A-B2FB-3A42-8284-AC518A9352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533006" y="2122941"/>
            <a:ext cx="1125988" cy="1172061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D3CF08E0-B4DC-B147-B116-2C5982B494E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40415" y="3614855"/>
            <a:ext cx="4511169" cy="728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5019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 3 | Human Clou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49D3520D-31AB-9049-BF5C-F3F4B7D4859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43400" y="1638308"/>
            <a:ext cx="35052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893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 4 | Titel &amp; Sub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F108B8-7FDB-8C4B-96E2-914C35D92C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478" y="1545690"/>
            <a:ext cx="9351696" cy="2387600"/>
          </a:xfrm>
        </p:spPr>
        <p:txBody>
          <a:bodyPr lIns="0" tIns="0" rIns="0" bIns="0" anchor="b"/>
          <a:lstStyle>
            <a:lvl1pPr algn="l">
              <a:defRPr sz="6000"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C1847ED-474B-0545-B3B5-500742A3F7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8478" y="4025365"/>
            <a:ext cx="9144000" cy="1655762"/>
          </a:xfrm>
        </p:spPr>
        <p:txBody>
          <a:bodyPr lIns="0" tIns="0" rIns="0" bIns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9180D3CE-5A93-3E4B-8706-E12AE693E7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47844" y="682466"/>
            <a:ext cx="904362" cy="941366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46EA3000-FA5F-3B4E-A9ED-5922107084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7394" t="21680"/>
          <a:stretch/>
        </p:blipFill>
        <p:spPr>
          <a:xfrm rot="16200000">
            <a:off x="226791" y="4812732"/>
            <a:ext cx="1818480" cy="2272057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A65124C9-BE94-1942-88ED-338091E522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47490" t="34058" b="23856"/>
          <a:stretch/>
        </p:blipFill>
        <p:spPr>
          <a:xfrm rot="10800000">
            <a:off x="6504317" y="-2"/>
            <a:ext cx="568768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583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 5 | Titel &amp; Subtitel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Afbeelding 12">
            <a:extLst>
              <a:ext uri="{FF2B5EF4-FFF2-40B4-BE49-F238E27FC236}">
                <a16:creationId xmlns:a16="http://schemas.microsoft.com/office/drawing/2014/main" id="{D9F466E6-8BAB-2C49-89E5-359AED5E76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" t="7770" r="446" b="8317"/>
          <a:stretch/>
        </p:blipFill>
        <p:spPr>
          <a:xfrm>
            <a:off x="-12357" y="0"/>
            <a:ext cx="12204358" cy="6858000"/>
          </a:xfrm>
          <a:prstGeom prst="rect">
            <a:avLst/>
          </a:prstGeom>
        </p:spPr>
      </p:pic>
      <p:sp>
        <p:nvSpPr>
          <p:cNvPr id="11" name="Rechthoek 10">
            <a:extLst>
              <a:ext uri="{FF2B5EF4-FFF2-40B4-BE49-F238E27FC236}">
                <a16:creationId xmlns:a16="http://schemas.microsoft.com/office/drawing/2014/main" id="{CC29D382-D458-FA47-9A59-97E876D87F3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246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DF108B8-7FDB-8C4B-96E2-914C35D92C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478" y="1545690"/>
            <a:ext cx="9351696" cy="2387600"/>
          </a:xfrm>
        </p:spPr>
        <p:txBody>
          <a:bodyPr lIns="0" tIns="0" rIns="0" bIns="0"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C1847ED-474B-0545-B3B5-500742A3F7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8478" y="4025365"/>
            <a:ext cx="9144000" cy="1655762"/>
          </a:xfrm>
        </p:spPr>
        <p:txBody>
          <a:bodyPr lIns="0" tIns="0" rIns="0" bIns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E0FBE0C-3829-A645-BE0E-2151C0D8C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691B001-EF0A-3149-A5D3-ED36DEE8E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C8D87B13-5533-8C4F-9CC2-D56731BB8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9180D3CE-5A93-3E4B-8706-E12AE693E7A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47844" y="682466"/>
            <a:ext cx="904362" cy="941366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83F65234-061E-1D45-95CE-E011AC936B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18548" t="20161"/>
          <a:stretch/>
        </p:blipFill>
        <p:spPr>
          <a:xfrm rot="16200000">
            <a:off x="-22303" y="4627756"/>
            <a:ext cx="2252546" cy="2207941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4E156E51-E12F-9D41-8208-9F565E071F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47490" t="34058" b="23856"/>
          <a:stretch/>
        </p:blipFill>
        <p:spPr>
          <a:xfrm rot="10800000">
            <a:off x="6504317" y="-2"/>
            <a:ext cx="568768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2296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rgbClr val="98D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02F4D3-26AE-664A-B7F9-7E632EDFD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9347863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met achtergrond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Afbeelding 74">
            <a:extLst>
              <a:ext uri="{FF2B5EF4-FFF2-40B4-BE49-F238E27FC236}">
                <a16:creationId xmlns:a16="http://schemas.microsoft.com/office/drawing/2014/main" id="{61D114A0-31A8-DB4A-8710-B104B66B15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322" t="7709" b="903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hthoek 10">
            <a:extLst>
              <a:ext uri="{FF2B5EF4-FFF2-40B4-BE49-F238E27FC236}">
                <a16:creationId xmlns:a16="http://schemas.microsoft.com/office/drawing/2014/main" id="{CC29D382-D458-FA47-9A59-97E876D87F3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52D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6B07C467-A2F1-9A4D-A39F-400C0DDA0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810503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dia">
    <p:bg>
      <p:bgPr>
        <a:solidFill>
          <a:srgbClr val="0315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02F4D3-26AE-664A-B7F9-7E632EDFD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6" name="Ovaal 5">
            <a:extLst>
              <a:ext uri="{FF2B5EF4-FFF2-40B4-BE49-F238E27FC236}">
                <a16:creationId xmlns:a16="http://schemas.microsoft.com/office/drawing/2014/main" id="{3B862B65-35DE-0040-856D-6E77CB99EEA3}"/>
              </a:ext>
            </a:extLst>
          </p:cNvPr>
          <p:cNvSpPr/>
          <p:nvPr userDrawn="1"/>
        </p:nvSpPr>
        <p:spPr>
          <a:xfrm>
            <a:off x="844071" y="1731817"/>
            <a:ext cx="1589242" cy="155455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Ovaal 6">
            <a:extLst>
              <a:ext uri="{FF2B5EF4-FFF2-40B4-BE49-F238E27FC236}">
                <a16:creationId xmlns:a16="http://schemas.microsoft.com/office/drawing/2014/main" id="{15F2770B-C25A-F242-95A5-6781F5E8EF4C}"/>
              </a:ext>
            </a:extLst>
          </p:cNvPr>
          <p:cNvSpPr/>
          <p:nvPr userDrawn="1"/>
        </p:nvSpPr>
        <p:spPr>
          <a:xfrm>
            <a:off x="3820622" y="1731817"/>
            <a:ext cx="1589242" cy="155455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Ovaal 7">
            <a:extLst>
              <a:ext uri="{FF2B5EF4-FFF2-40B4-BE49-F238E27FC236}">
                <a16:creationId xmlns:a16="http://schemas.microsoft.com/office/drawing/2014/main" id="{5E7EF881-A428-3049-A800-B609B73D0512}"/>
              </a:ext>
            </a:extLst>
          </p:cNvPr>
          <p:cNvSpPr/>
          <p:nvPr userDrawn="1"/>
        </p:nvSpPr>
        <p:spPr>
          <a:xfrm>
            <a:off x="6809735" y="1731817"/>
            <a:ext cx="1589242" cy="155455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Ovaal 8">
            <a:extLst>
              <a:ext uri="{FF2B5EF4-FFF2-40B4-BE49-F238E27FC236}">
                <a16:creationId xmlns:a16="http://schemas.microsoft.com/office/drawing/2014/main" id="{98AC495C-1171-E34B-A27A-7DB6ED572334}"/>
              </a:ext>
            </a:extLst>
          </p:cNvPr>
          <p:cNvSpPr/>
          <p:nvPr userDrawn="1"/>
        </p:nvSpPr>
        <p:spPr>
          <a:xfrm>
            <a:off x="9802430" y="1731817"/>
            <a:ext cx="1589242" cy="155455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3AAC0158-7D04-B540-85D6-D49BF3479EA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97467" y="3533029"/>
            <a:ext cx="2482451" cy="259080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Chrono" panose="02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dirty="0"/>
              <a:t>Naam</a:t>
            </a:r>
          </a:p>
        </p:txBody>
      </p:sp>
      <p:sp>
        <p:nvSpPr>
          <p:cNvPr id="11" name="Tijdelijke aanduiding voor tekst 3">
            <a:extLst>
              <a:ext uri="{FF2B5EF4-FFF2-40B4-BE49-F238E27FC236}">
                <a16:creationId xmlns:a16="http://schemas.microsoft.com/office/drawing/2014/main" id="{530D8CB3-B13D-1542-BDB8-1DBBDD9C160E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397467" y="3886410"/>
            <a:ext cx="2482451" cy="2160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dirty="0"/>
              <a:t>Functie</a:t>
            </a:r>
          </a:p>
        </p:txBody>
      </p:sp>
      <p:sp>
        <p:nvSpPr>
          <p:cNvPr id="14" name="Tijdelijke aanduiding voor tekst 3">
            <a:extLst>
              <a:ext uri="{FF2B5EF4-FFF2-40B4-BE49-F238E27FC236}">
                <a16:creationId xmlns:a16="http://schemas.microsoft.com/office/drawing/2014/main" id="{48B6D6A5-DCC5-5942-88C4-F176E4C0F82F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3374018" y="3531316"/>
            <a:ext cx="2482451" cy="259080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Chrono" panose="02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dirty="0"/>
              <a:t>Naam</a:t>
            </a:r>
          </a:p>
        </p:txBody>
      </p:sp>
      <p:sp>
        <p:nvSpPr>
          <p:cNvPr id="15" name="Tijdelijke aanduiding voor tekst 3">
            <a:extLst>
              <a:ext uri="{FF2B5EF4-FFF2-40B4-BE49-F238E27FC236}">
                <a16:creationId xmlns:a16="http://schemas.microsoft.com/office/drawing/2014/main" id="{7AD8D52A-E656-494B-8776-59950B5AE83A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3374018" y="3884697"/>
            <a:ext cx="2482451" cy="2160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dirty="0"/>
              <a:t>Functie</a:t>
            </a:r>
          </a:p>
        </p:txBody>
      </p:sp>
      <p:sp>
        <p:nvSpPr>
          <p:cNvPr id="18" name="Tijdelijke aanduiding voor tekst 3">
            <a:extLst>
              <a:ext uri="{FF2B5EF4-FFF2-40B4-BE49-F238E27FC236}">
                <a16:creationId xmlns:a16="http://schemas.microsoft.com/office/drawing/2014/main" id="{2DE16F69-21E1-854D-9AE1-30C36CD30F5C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6363131" y="3531316"/>
            <a:ext cx="2482451" cy="259080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Chrono" panose="02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dirty="0"/>
              <a:t>Naam</a:t>
            </a:r>
          </a:p>
        </p:txBody>
      </p:sp>
      <p:sp>
        <p:nvSpPr>
          <p:cNvPr id="19" name="Tijdelijke aanduiding voor tekst 3">
            <a:extLst>
              <a:ext uri="{FF2B5EF4-FFF2-40B4-BE49-F238E27FC236}">
                <a16:creationId xmlns:a16="http://schemas.microsoft.com/office/drawing/2014/main" id="{EA3567FE-0599-984E-A1DA-9B5D89309791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363131" y="3884697"/>
            <a:ext cx="2482451" cy="2160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dirty="0"/>
              <a:t>Functie</a:t>
            </a:r>
          </a:p>
        </p:txBody>
      </p:sp>
      <p:sp>
        <p:nvSpPr>
          <p:cNvPr id="22" name="Tijdelijke aanduiding voor tekst 3">
            <a:extLst>
              <a:ext uri="{FF2B5EF4-FFF2-40B4-BE49-F238E27FC236}">
                <a16:creationId xmlns:a16="http://schemas.microsoft.com/office/drawing/2014/main" id="{2D01A8A7-8C87-A24C-9341-D5A96AAD3DB2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9355826" y="3531316"/>
            <a:ext cx="2482451" cy="259080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Chrono" panose="02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dirty="0"/>
              <a:t>Naam</a:t>
            </a:r>
          </a:p>
        </p:txBody>
      </p:sp>
      <p:sp>
        <p:nvSpPr>
          <p:cNvPr id="23" name="Tijdelijke aanduiding voor tekst 3">
            <a:extLst>
              <a:ext uri="{FF2B5EF4-FFF2-40B4-BE49-F238E27FC236}">
                <a16:creationId xmlns:a16="http://schemas.microsoft.com/office/drawing/2014/main" id="{F0A9CD24-69C2-044B-BDEE-AD7B0087792D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9355826" y="3884697"/>
            <a:ext cx="2482451" cy="2160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dirty="0"/>
              <a:t>Functie</a:t>
            </a:r>
          </a:p>
        </p:txBody>
      </p:sp>
      <p:sp>
        <p:nvSpPr>
          <p:cNvPr id="62" name="Ovaal 61">
            <a:extLst>
              <a:ext uri="{FF2B5EF4-FFF2-40B4-BE49-F238E27FC236}">
                <a16:creationId xmlns:a16="http://schemas.microsoft.com/office/drawing/2014/main" id="{451ED13F-83DE-8D4E-B2EF-2822580875AC}"/>
              </a:ext>
            </a:extLst>
          </p:cNvPr>
          <p:cNvSpPr/>
          <p:nvPr userDrawn="1"/>
        </p:nvSpPr>
        <p:spPr>
          <a:xfrm>
            <a:off x="871783" y="4336472"/>
            <a:ext cx="1589242" cy="155455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Ovaal 62">
            <a:extLst>
              <a:ext uri="{FF2B5EF4-FFF2-40B4-BE49-F238E27FC236}">
                <a16:creationId xmlns:a16="http://schemas.microsoft.com/office/drawing/2014/main" id="{79911F3C-4D4F-DF4F-8BB5-D7466B654F27}"/>
              </a:ext>
            </a:extLst>
          </p:cNvPr>
          <p:cNvSpPr/>
          <p:nvPr userDrawn="1"/>
        </p:nvSpPr>
        <p:spPr>
          <a:xfrm>
            <a:off x="3848334" y="4336472"/>
            <a:ext cx="1589242" cy="155455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4" name="Ovaal 63">
            <a:extLst>
              <a:ext uri="{FF2B5EF4-FFF2-40B4-BE49-F238E27FC236}">
                <a16:creationId xmlns:a16="http://schemas.microsoft.com/office/drawing/2014/main" id="{9EA62D99-6FFA-954E-BE32-AAE7FA0D7554}"/>
              </a:ext>
            </a:extLst>
          </p:cNvPr>
          <p:cNvSpPr/>
          <p:nvPr userDrawn="1"/>
        </p:nvSpPr>
        <p:spPr>
          <a:xfrm>
            <a:off x="6837447" y="4336472"/>
            <a:ext cx="1589242" cy="155455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5" name="Ovaal 64">
            <a:extLst>
              <a:ext uri="{FF2B5EF4-FFF2-40B4-BE49-F238E27FC236}">
                <a16:creationId xmlns:a16="http://schemas.microsoft.com/office/drawing/2014/main" id="{CC37CB86-AC9A-4848-9FB2-61849A86260E}"/>
              </a:ext>
            </a:extLst>
          </p:cNvPr>
          <p:cNvSpPr/>
          <p:nvPr userDrawn="1"/>
        </p:nvSpPr>
        <p:spPr>
          <a:xfrm>
            <a:off x="9830142" y="4336472"/>
            <a:ext cx="1589242" cy="155455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6" name="Tijdelijke aanduiding voor tekst 3">
            <a:extLst>
              <a:ext uri="{FF2B5EF4-FFF2-40B4-BE49-F238E27FC236}">
                <a16:creationId xmlns:a16="http://schemas.microsoft.com/office/drawing/2014/main" id="{8728E137-8694-D14A-9132-2F49DB4DDA29}"/>
              </a:ext>
            </a:extLst>
          </p:cNvPr>
          <p:cNvSpPr>
            <a:spLocks noGrp="1"/>
          </p:cNvSpPr>
          <p:nvPr>
            <p:ph type="body" sz="half" idx="26" hasCustomPrompt="1"/>
          </p:nvPr>
        </p:nvSpPr>
        <p:spPr>
          <a:xfrm>
            <a:off x="425179" y="6137684"/>
            <a:ext cx="2482451" cy="259080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Chrono" panose="02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dirty="0"/>
              <a:t>Naam</a:t>
            </a:r>
          </a:p>
        </p:txBody>
      </p:sp>
      <p:sp>
        <p:nvSpPr>
          <p:cNvPr id="67" name="Tijdelijke aanduiding voor tekst 3">
            <a:extLst>
              <a:ext uri="{FF2B5EF4-FFF2-40B4-BE49-F238E27FC236}">
                <a16:creationId xmlns:a16="http://schemas.microsoft.com/office/drawing/2014/main" id="{E0CACC73-1949-DC4D-9F78-5CFDE8D62B69}"/>
              </a:ext>
            </a:extLst>
          </p:cNvPr>
          <p:cNvSpPr>
            <a:spLocks noGrp="1"/>
          </p:cNvSpPr>
          <p:nvPr>
            <p:ph type="body" sz="half" idx="27" hasCustomPrompt="1"/>
          </p:nvPr>
        </p:nvSpPr>
        <p:spPr>
          <a:xfrm>
            <a:off x="425179" y="6491065"/>
            <a:ext cx="2482451" cy="2160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dirty="0"/>
              <a:t>Functie</a:t>
            </a:r>
          </a:p>
        </p:txBody>
      </p:sp>
      <p:sp>
        <p:nvSpPr>
          <p:cNvPr id="68" name="Tijdelijke aanduiding voor tekst 3">
            <a:extLst>
              <a:ext uri="{FF2B5EF4-FFF2-40B4-BE49-F238E27FC236}">
                <a16:creationId xmlns:a16="http://schemas.microsoft.com/office/drawing/2014/main" id="{3EFF1177-6F0D-FA42-AE06-6AE52B4593EA}"/>
              </a:ext>
            </a:extLst>
          </p:cNvPr>
          <p:cNvSpPr>
            <a:spLocks noGrp="1"/>
          </p:cNvSpPr>
          <p:nvPr>
            <p:ph type="body" sz="half" idx="28" hasCustomPrompt="1"/>
          </p:nvPr>
        </p:nvSpPr>
        <p:spPr>
          <a:xfrm>
            <a:off x="3401730" y="6135971"/>
            <a:ext cx="2482451" cy="259080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Chrono" panose="02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dirty="0"/>
              <a:t>Naam</a:t>
            </a:r>
          </a:p>
        </p:txBody>
      </p:sp>
      <p:sp>
        <p:nvSpPr>
          <p:cNvPr id="69" name="Tijdelijke aanduiding voor tekst 3">
            <a:extLst>
              <a:ext uri="{FF2B5EF4-FFF2-40B4-BE49-F238E27FC236}">
                <a16:creationId xmlns:a16="http://schemas.microsoft.com/office/drawing/2014/main" id="{4C09E89C-2F09-5E44-838F-78CC09F5C1F7}"/>
              </a:ext>
            </a:extLst>
          </p:cNvPr>
          <p:cNvSpPr>
            <a:spLocks noGrp="1"/>
          </p:cNvSpPr>
          <p:nvPr>
            <p:ph type="body" sz="half" idx="29" hasCustomPrompt="1"/>
          </p:nvPr>
        </p:nvSpPr>
        <p:spPr>
          <a:xfrm>
            <a:off x="3401730" y="6489352"/>
            <a:ext cx="2482451" cy="2160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dirty="0"/>
              <a:t>Functie</a:t>
            </a:r>
          </a:p>
        </p:txBody>
      </p:sp>
      <p:sp>
        <p:nvSpPr>
          <p:cNvPr id="70" name="Tijdelijke aanduiding voor tekst 3">
            <a:extLst>
              <a:ext uri="{FF2B5EF4-FFF2-40B4-BE49-F238E27FC236}">
                <a16:creationId xmlns:a16="http://schemas.microsoft.com/office/drawing/2014/main" id="{E46446E2-5303-A045-B6A6-7EA678A8B781}"/>
              </a:ext>
            </a:extLst>
          </p:cNvPr>
          <p:cNvSpPr>
            <a:spLocks noGrp="1"/>
          </p:cNvSpPr>
          <p:nvPr>
            <p:ph type="body" sz="half" idx="30" hasCustomPrompt="1"/>
          </p:nvPr>
        </p:nvSpPr>
        <p:spPr>
          <a:xfrm>
            <a:off x="6390843" y="6135971"/>
            <a:ext cx="2482451" cy="259080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Chrono" panose="02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dirty="0"/>
              <a:t>Naam</a:t>
            </a:r>
          </a:p>
        </p:txBody>
      </p:sp>
      <p:sp>
        <p:nvSpPr>
          <p:cNvPr id="71" name="Tijdelijke aanduiding voor tekst 3">
            <a:extLst>
              <a:ext uri="{FF2B5EF4-FFF2-40B4-BE49-F238E27FC236}">
                <a16:creationId xmlns:a16="http://schemas.microsoft.com/office/drawing/2014/main" id="{C27A6BEC-2C58-6647-B7EB-7044F5AA8A0E}"/>
              </a:ext>
            </a:extLst>
          </p:cNvPr>
          <p:cNvSpPr>
            <a:spLocks noGrp="1"/>
          </p:cNvSpPr>
          <p:nvPr>
            <p:ph type="body" sz="half" idx="31" hasCustomPrompt="1"/>
          </p:nvPr>
        </p:nvSpPr>
        <p:spPr>
          <a:xfrm>
            <a:off x="6390843" y="6489352"/>
            <a:ext cx="2482451" cy="2160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dirty="0"/>
              <a:t>Functie</a:t>
            </a:r>
          </a:p>
        </p:txBody>
      </p:sp>
      <p:sp>
        <p:nvSpPr>
          <p:cNvPr id="72" name="Tijdelijke aanduiding voor tekst 3">
            <a:extLst>
              <a:ext uri="{FF2B5EF4-FFF2-40B4-BE49-F238E27FC236}">
                <a16:creationId xmlns:a16="http://schemas.microsoft.com/office/drawing/2014/main" id="{B0296A98-7D48-2745-BF81-A3F7115AC89F}"/>
              </a:ext>
            </a:extLst>
          </p:cNvPr>
          <p:cNvSpPr>
            <a:spLocks noGrp="1"/>
          </p:cNvSpPr>
          <p:nvPr>
            <p:ph type="body" sz="half" idx="32" hasCustomPrompt="1"/>
          </p:nvPr>
        </p:nvSpPr>
        <p:spPr>
          <a:xfrm>
            <a:off x="9383538" y="6135971"/>
            <a:ext cx="2482451" cy="259080"/>
          </a:xfrm>
        </p:spPr>
        <p:txBody>
          <a:bodyPr anchor="ctr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Chrono" panose="02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dirty="0"/>
              <a:t>Naam</a:t>
            </a:r>
          </a:p>
        </p:txBody>
      </p:sp>
      <p:sp>
        <p:nvSpPr>
          <p:cNvPr id="73" name="Tijdelijke aanduiding voor tekst 3">
            <a:extLst>
              <a:ext uri="{FF2B5EF4-FFF2-40B4-BE49-F238E27FC236}">
                <a16:creationId xmlns:a16="http://schemas.microsoft.com/office/drawing/2014/main" id="{6C0D6AAA-491A-2C4F-B6A6-C6D5201FC383}"/>
              </a:ext>
            </a:extLst>
          </p:cNvPr>
          <p:cNvSpPr>
            <a:spLocks noGrp="1"/>
          </p:cNvSpPr>
          <p:nvPr>
            <p:ph type="body" sz="half" idx="33" hasCustomPrompt="1"/>
          </p:nvPr>
        </p:nvSpPr>
        <p:spPr>
          <a:xfrm>
            <a:off x="9383538" y="6489352"/>
            <a:ext cx="2482451" cy="2160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dirty="0"/>
              <a:t>Functie</a:t>
            </a:r>
          </a:p>
        </p:txBody>
      </p:sp>
    </p:spTree>
    <p:extLst>
      <p:ext uri="{BB962C8B-B14F-4D97-AF65-F5344CB8AC3E}">
        <p14:creationId xmlns:p14="http://schemas.microsoft.com/office/powerpoint/2010/main" val="2530200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afbeelding | Donker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5A9828C-984E-3B4C-8D99-30A9299D4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E3E0E32-BE2A-984C-BCCA-B9E8E3D89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500B986-B3A4-1243-BC4E-422A643C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pic>
        <p:nvPicPr>
          <p:cNvPr id="18" name="Afbeelding 17">
            <a:extLst>
              <a:ext uri="{FF2B5EF4-FFF2-40B4-BE49-F238E27FC236}">
                <a16:creationId xmlns:a16="http://schemas.microsoft.com/office/drawing/2014/main" id="{4CC1A9F6-8294-9F47-BE98-BB240A550EE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2307" r="32989" b="12307"/>
          <a:stretch/>
        </p:blipFill>
        <p:spPr>
          <a:xfrm>
            <a:off x="6096001" y="0"/>
            <a:ext cx="6096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C11B0E8-AFFD-9648-83FD-45BB4D15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584" y="382378"/>
            <a:ext cx="5037826" cy="1325563"/>
          </a:xfrm>
        </p:spPr>
        <p:txBody>
          <a:bodyPr/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F36FD478-0976-DE43-B84D-54B2B88C6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83" y="1842878"/>
            <a:ext cx="5039263" cy="4351338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21" name="Tijdelijke aanduiding voor afbeelding 2">
            <a:extLst>
              <a:ext uri="{FF2B5EF4-FFF2-40B4-BE49-F238E27FC236}">
                <a16:creationId xmlns:a16="http://schemas.microsoft.com/office/drawing/2014/main" id="{0BF598E5-F026-164A-881F-871D1F4F6DF4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7930551" y="0"/>
            <a:ext cx="4261449" cy="6857999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540156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afbeelding | Donkerpa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5A9828C-984E-3B4C-8D99-30A9299D4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E3E0E32-BE2A-984C-BCCA-B9E8E3D89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500B986-B3A4-1243-BC4E-422A643C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C11B0E8-AFFD-9648-83FD-45BB4D15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584" y="382378"/>
            <a:ext cx="5037826" cy="1325563"/>
          </a:xfrm>
        </p:spPr>
        <p:txBody>
          <a:bodyPr/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F36FD478-0976-DE43-B84D-54B2B88C6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83" y="1842878"/>
            <a:ext cx="5039263" cy="4351338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32810422-26E8-BC4D-B9CE-2A9F2EAD3F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" t="12307" r="32989" b="12307"/>
          <a:stretch/>
        </p:blipFill>
        <p:spPr>
          <a:xfrm>
            <a:off x="6096001" y="0"/>
            <a:ext cx="6096000" cy="6858000"/>
          </a:xfrm>
          <a:prstGeom prst="rect">
            <a:avLst/>
          </a:prstGeom>
        </p:spPr>
      </p:pic>
      <p:sp>
        <p:nvSpPr>
          <p:cNvPr id="15" name="Tijdelijke aanduiding voor afbeelding 2">
            <a:extLst>
              <a:ext uri="{FF2B5EF4-FFF2-40B4-BE49-F238E27FC236}">
                <a16:creationId xmlns:a16="http://schemas.microsoft.com/office/drawing/2014/main" id="{1397166F-5A4A-F846-8263-F1C24D8EA15F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7930551" y="0"/>
            <a:ext cx="4261449" cy="6857999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9721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afbeelding | Pa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5A9828C-984E-3B4C-8D99-30A9299D4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E3E0E32-BE2A-984C-BCCA-B9E8E3D89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500B986-B3A4-1243-BC4E-422A643C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C11B0E8-AFFD-9648-83FD-45BB4D15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584" y="382378"/>
            <a:ext cx="5037826" cy="1325563"/>
          </a:xfrm>
        </p:spPr>
        <p:txBody>
          <a:bodyPr/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F36FD478-0976-DE43-B84D-54B2B88C6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83" y="1842878"/>
            <a:ext cx="5039263" cy="4351338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97734A0D-7C43-9A44-BB7B-FD40225916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2307" r="32989" b="12307"/>
          <a:stretch/>
        </p:blipFill>
        <p:spPr>
          <a:xfrm>
            <a:off x="6096001" y="0"/>
            <a:ext cx="6096000" cy="6858000"/>
          </a:xfrm>
          <a:prstGeom prst="rect">
            <a:avLst/>
          </a:prstGeom>
        </p:spPr>
      </p:pic>
      <p:sp>
        <p:nvSpPr>
          <p:cNvPr id="15" name="Tijdelijke aanduiding voor afbeelding 2">
            <a:extLst>
              <a:ext uri="{FF2B5EF4-FFF2-40B4-BE49-F238E27FC236}">
                <a16:creationId xmlns:a16="http://schemas.microsoft.com/office/drawing/2014/main" id="{266FA97A-3CE0-4F4B-BD5A-9AD1E9E07FF3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7930551" y="0"/>
            <a:ext cx="4261449" cy="6857999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4453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afbeelding | Gro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5A9828C-984E-3B4C-8D99-30A9299D4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E3E0E32-BE2A-984C-BCCA-B9E8E3D89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500B986-B3A4-1243-BC4E-422A643C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C11B0E8-AFFD-9648-83FD-45BB4D15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584" y="382378"/>
            <a:ext cx="5037826" cy="1325563"/>
          </a:xfrm>
        </p:spPr>
        <p:txBody>
          <a:bodyPr/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F36FD478-0976-DE43-B84D-54B2B88C6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83" y="1842878"/>
            <a:ext cx="5039263" cy="4351338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7B730EE9-2F34-C246-A67D-6BA8B83B91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" t="12307" r="32989" b="12307"/>
          <a:stretch/>
        </p:blipFill>
        <p:spPr>
          <a:xfrm>
            <a:off x="6096001" y="0"/>
            <a:ext cx="6096000" cy="6858000"/>
          </a:xfrm>
          <a:prstGeom prst="rect">
            <a:avLst/>
          </a:prstGeom>
        </p:spPr>
      </p:pic>
      <p:sp>
        <p:nvSpPr>
          <p:cNvPr id="15" name="Tijdelijke aanduiding voor afbeelding 2">
            <a:extLst>
              <a:ext uri="{FF2B5EF4-FFF2-40B4-BE49-F238E27FC236}">
                <a16:creationId xmlns:a16="http://schemas.microsoft.com/office/drawing/2014/main" id="{E95F525F-0BA0-D148-A6D4-1B13B9D25F9D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7930551" y="0"/>
            <a:ext cx="4261449" cy="6857999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933686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afbeelding | Lichtgro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5A9828C-984E-3B4C-8D99-30A9299D4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E3E0E32-BE2A-984C-BCCA-B9E8E3D89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500B986-B3A4-1243-BC4E-422A643C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C11B0E8-AFFD-9648-83FD-45BB4D15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584" y="382378"/>
            <a:ext cx="5037826" cy="1325563"/>
          </a:xfrm>
        </p:spPr>
        <p:txBody>
          <a:bodyPr/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F36FD478-0976-DE43-B84D-54B2B88C6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583" y="1842878"/>
            <a:ext cx="5039263" cy="4351338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AF43EAB5-75D6-CC42-8D73-8FE66A9FE5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2307" r="32989" b="12307"/>
          <a:stretch/>
        </p:blipFill>
        <p:spPr>
          <a:xfrm>
            <a:off x="6096001" y="0"/>
            <a:ext cx="6096000" cy="6858000"/>
          </a:xfrm>
          <a:prstGeom prst="rect">
            <a:avLst/>
          </a:prstGeom>
        </p:spPr>
      </p:pic>
      <p:sp>
        <p:nvSpPr>
          <p:cNvPr id="15" name="Tijdelijke aanduiding voor afbeelding 2">
            <a:extLst>
              <a:ext uri="{FF2B5EF4-FFF2-40B4-BE49-F238E27FC236}">
                <a16:creationId xmlns:a16="http://schemas.microsoft.com/office/drawing/2014/main" id="{E34110B8-24BB-1140-A5CD-07E573E2733D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7930551" y="0"/>
            <a:ext cx="4261449" cy="6857999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83907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tekst | Donker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1B0E8-AFFD-9648-83FD-45BB4D15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2340" y="382378"/>
            <a:ext cx="5037826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5A9828C-984E-3B4C-8D99-30A9299D4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E3E0E32-BE2A-984C-BCCA-B9E8E3D89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500B986-B3A4-1243-BC4E-422A643C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F36FD478-0976-DE43-B84D-54B2B88C6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339" y="1842878"/>
            <a:ext cx="5039263" cy="4351338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17937C60-9852-1946-A7F0-E30AA90853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989" t="12307" b="12307"/>
          <a:stretch/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15" name="Tijdelijke aanduiding voor afbeelding 2">
            <a:extLst>
              <a:ext uri="{FF2B5EF4-FFF2-40B4-BE49-F238E27FC236}">
                <a16:creationId xmlns:a16="http://schemas.microsoft.com/office/drawing/2014/main" id="{931DE202-DA2A-4448-ABB9-99F5E482F0A6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0" y="0"/>
            <a:ext cx="4261449" cy="6857999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02990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tekst | Donkerpa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1B0E8-AFFD-9648-83FD-45BB4D15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2340" y="382378"/>
            <a:ext cx="5037826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5A9828C-984E-3B4C-8D99-30A9299D4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E3E0E32-BE2A-984C-BCCA-B9E8E3D89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500B986-B3A4-1243-BC4E-422A643C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F36FD478-0976-DE43-B84D-54B2B88C6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339" y="1842878"/>
            <a:ext cx="5039263" cy="4351338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85BEFF73-FCC0-4C4F-906E-C3A8A026F0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989" t="12307" b="12307"/>
          <a:stretch/>
        </p:blipFill>
        <p:spPr>
          <a:xfrm>
            <a:off x="0" y="1"/>
            <a:ext cx="6096000" cy="6858000"/>
          </a:xfrm>
          <a:prstGeom prst="rect">
            <a:avLst/>
          </a:prstGeom>
        </p:spPr>
      </p:pic>
      <p:sp>
        <p:nvSpPr>
          <p:cNvPr id="20" name="Tijdelijke aanduiding voor afbeelding 2">
            <a:extLst>
              <a:ext uri="{FF2B5EF4-FFF2-40B4-BE49-F238E27FC236}">
                <a16:creationId xmlns:a16="http://schemas.microsoft.com/office/drawing/2014/main" id="{50DDC48B-5561-E94A-A5D2-E4BC0DA8EB8F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0" y="0"/>
            <a:ext cx="4261449" cy="6857999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2684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tekst | Pa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1B0E8-AFFD-9648-83FD-45BB4D15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2340" y="382378"/>
            <a:ext cx="5037826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5A9828C-984E-3B4C-8D99-30A9299D4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E3E0E32-BE2A-984C-BCCA-B9E8E3D89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500B986-B3A4-1243-BC4E-422A643C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F36FD478-0976-DE43-B84D-54B2B88C6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339" y="1842878"/>
            <a:ext cx="5039263" cy="4351338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F12AA806-F92B-8D4D-9AE1-73CADCFB43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989" t="12307" b="12307"/>
          <a:stretch/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15" name="Tijdelijke aanduiding voor afbeelding 2">
            <a:extLst>
              <a:ext uri="{FF2B5EF4-FFF2-40B4-BE49-F238E27FC236}">
                <a16:creationId xmlns:a16="http://schemas.microsoft.com/office/drawing/2014/main" id="{F86ED4A0-F4F1-3344-A356-870D78EAED80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0" y="0"/>
            <a:ext cx="4261449" cy="6857999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9250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tekst | Gro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1B0E8-AFFD-9648-83FD-45BB4D15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2340" y="382378"/>
            <a:ext cx="5037826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5A9828C-984E-3B4C-8D99-30A9299D4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E3E0E32-BE2A-984C-BCCA-B9E8E3D89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500B986-B3A4-1243-BC4E-422A643C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F36FD478-0976-DE43-B84D-54B2B88C6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339" y="1842878"/>
            <a:ext cx="5039263" cy="4351338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4CF0E5EF-BDAD-A84C-8045-D901EA7178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989" t="12307" b="12307"/>
          <a:stretch/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15" name="Tijdelijke aanduiding voor afbeelding 2">
            <a:extLst>
              <a:ext uri="{FF2B5EF4-FFF2-40B4-BE49-F238E27FC236}">
                <a16:creationId xmlns:a16="http://schemas.microsoft.com/office/drawing/2014/main" id="{DB3E90E5-23A8-9D45-AA27-871B62B4614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0" y="0"/>
            <a:ext cx="4261449" cy="6857999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85331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beelding met tekst | Lichtgro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11B0E8-AFFD-9648-83FD-45BB4D15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2340" y="382378"/>
            <a:ext cx="5037826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5A9828C-984E-3B4C-8D99-30A9299D4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E3E0E32-BE2A-984C-BCCA-B9E8E3D89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500B986-B3A4-1243-BC4E-422A643C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F36FD478-0976-DE43-B84D-54B2B88C6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2339" y="1842878"/>
            <a:ext cx="5039263" cy="4351338"/>
          </a:xfrm>
        </p:spPr>
        <p:txBody>
          <a:bodyPr/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32010D2A-1183-C64C-B5BC-1145FF9C0F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2989" t="12307" r="1" b="12307"/>
          <a:stretch/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13" name="Tijdelijke aanduiding voor afbeelding 2">
            <a:extLst>
              <a:ext uri="{FF2B5EF4-FFF2-40B4-BE49-F238E27FC236}">
                <a16:creationId xmlns:a16="http://schemas.microsoft.com/office/drawing/2014/main" id="{BF4ACA5F-8C3F-3941-9DEC-9511C7A5D345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0" y="0"/>
            <a:ext cx="4261449" cy="6857999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57110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bg>
      <p:bgPr>
        <a:solidFill>
          <a:srgbClr val="0315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4EF50A6-407E-D641-A8A2-BFB3F5A7E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0B6F8DF-44A8-D44F-9A3F-63CDEE6DA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FE697D1-0F7C-EA47-ACCE-0EBF1B42C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9AFBA159-B724-924B-8647-ED0DEA211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086" y="365125"/>
            <a:ext cx="9549714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7" name="Tijdelijke aanduiding voor inhoud 2">
            <a:extLst>
              <a:ext uri="{FF2B5EF4-FFF2-40B4-BE49-F238E27FC236}">
                <a16:creationId xmlns:a16="http://schemas.microsoft.com/office/drawing/2014/main" id="{1D95ADD4-97A5-0E45-A033-87EDF5D68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650" y="1975881"/>
            <a:ext cx="10566114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35EAF955-5AD5-274A-A240-46F76C2F56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0478" r="91981"/>
          <a:stretch/>
        </p:blipFill>
        <p:spPr>
          <a:xfrm rot="5400000">
            <a:off x="7465168" y="2131168"/>
            <a:ext cx="977630" cy="8476034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667235D3-D697-3A47-A313-F25A11D514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7394" t="21680"/>
          <a:stretch/>
        </p:blipFill>
        <p:spPr>
          <a:xfrm>
            <a:off x="0" y="0"/>
            <a:ext cx="1818480" cy="227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2617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2">
    <p:bg>
      <p:bgPr>
        <a:solidFill>
          <a:srgbClr val="98D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4EF50A6-407E-D641-A8A2-BFB3F5A7E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0B6F8DF-44A8-D44F-9A3F-63CDEE6DA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FE697D1-0F7C-EA47-ACCE-0EBF1B42C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9AFBA159-B724-924B-8647-ED0DEA211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637638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7" name="Tijdelijke aanduiding voor inhoud 2">
            <a:extLst>
              <a:ext uri="{FF2B5EF4-FFF2-40B4-BE49-F238E27FC236}">
                <a16:creationId xmlns:a16="http://schemas.microsoft.com/office/drawing/2014/main" id="{1D95ADD4-97A5-0E45-A033-87EDF5D68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650" y="1975881"/>
            <a:ext cx="10566114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8CA9E32A-8369-134F-975A-8704B1F770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7490" t="34058" b="23856"/>
          <a:stretch/>
        </p:blipFill>
        <p:spPr>
          <a:xfrm rot="10800000">
            <a:off x="6504317" y="-2"/>
            <a:ext cx="5687683" cy="6858001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FFA4DFC9-396D-9746-A552-2F9911F872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9061" t="27997"/>
          <a:stretch/>
        </p:blipFill>
        <p:spPr>
          <a:xfrm rot="16200000">
            <a:off x="13870" y="4993642"/>
            <a:ext cx="1850490" cy="187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2009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afbeelding">
    <p:bg>
      <p:bgPr>
        <a:solidFill>
          <a:srgbClr val="0315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36C92000-DDC4-6B4C-8440-FDE2D578BE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3749" t="33836" b="6550"/>
          <a:stretch/>
        </p:blipFill>
        <p:spPr>
          <a:xfrm>
            <a:off x="4743795" y="1"/>
            <a:ext cx="7631083" cy="6858000"/>
          </a:xfrm>
          <a:prstGeom prst="rect">
            <a:avLst/>
          </a:prstGeom>
        </p:spPr>
      </p:pic>
      <p:sp>
        <p:nvSpPr>
          <p:cNvPr id="13" name="Rechthoek 12">
            <a:extLst>
              <a:ext uri="{FF2B5EF4-FFF2-40B4-BE49-F238E27FC236}">
                <a16:creationId xmlns:a16="http://schemas.microsoft.com/office/drawing/2014/main" id="{232AF18A-B810-9D41-A0DA-BE0C5659DC4C}"/>
              </a:ext>
            </a:extLst>
          </p:cNvPr>
          <p:cNvSpPr/>
          <p:nvPr userDrawn="1"/>
        </p:nvSpPr>
        <p:spPr>
          <a:xfrm>
            <a:off x="0" y="0"/>
            <a:ext cx="5153892" cy="6858000"/>
          </a:xfrm>
          <a:prstGeom prst="rect">
            <a:avLst/>
          </a:prstGeom>
          <a:solidFill>
            <a:srgbClr val="98DD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69F091-8534-BC4D-A8D3-D51BAB9E7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4E87A7DA-80EA-7147-AFF3-E28DFA57C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37E6FD6-DD51-8448-B535-F6479015F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48E590E-D581-F846-BFCC-21888A5DE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sp>
        <p:nvSpPr>
          <p:cNvPr id="14" name="Tijdelijke aanduiding voor inhoud 2">
            <a:extLst>
              <a:ext uri="{FF2B5EF4-FFF2-40B4-BE49-F238E27FC236}">
                <a16:creationId xmlns:a16="http://schemas.microsoft.com/office/drawing/2014/main" id="{AB76E71D-0F8A-7F4A-B58B-8F84AC8E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649" y="1975881"/>
            <a:ext cx="5039263" cy="4351338"/>
          </a:xfrm>
        </p:spPr>
        <p:txBody>
          <a:bodyPr/>
          <a:lstStyle>
            <a:lvl1pPr>
              <a:defRPr>
                <a:solidFill>
                  <a:srgbClr val="03152D"/>
                </a:solidFill>
              </a:defRPr>
            </a:lvl1pPr>
            <a:lvl2pPr>
              <a:defRPr>
                <a:solidFill>
                  <a:srgbClr val="03152D"/>
                </a:solidFill>
              </a:defRPr>
            </a:lvl2pPr>
            <a:lvl3pPr>
              <a:defRPr>
                <a:solidFill>
                  <a:srgbClr val="03152D"/>
                </a:solidFill>
              </a:defRPr>
            </a:lvl3pPr>
            <a:lvl4pPr>
              <a:defRPr>
                <a:solidFill>
                  <a:srgbClr val="03152D"/>
                </a:solidFill>
              </a:defRPr>
            </a:lvl4pPr>
            <a:lvl5pPr>
              <a:defRPr>
                <a:solidFill>
                  <a:srgbClr val="03152D"/>
                </a:solidFill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9" name="Tijdelijke aanduiding voor afbeelding 2">
            <a:extLst>
              <a:ext uri="{FF2B5EF4-FFF2-40B4-BE49-F238E27FC236}">
                <a16:creationId xmlns:a16="http://schemas.microsoft.com/office/drawing/2014/main" id="{E936850F-FAC6-A44B-9005-C32B26BAC850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7589729" y="2859578"/>
            <a:ext cx="4261449" cy="2951018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9429440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 en afbeelding | Figuu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3C7F36-8B04-AD44-B377-587344A73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3866804" cy="2677333"/>
          </a:xfrm>
        </p:spPr>
        <p:txBody>
          <a:bodyPr/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D87C6C0E-CCCA-BD40-89A5-2179F1223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C421F95-7036-A844-B8F5-FA341A623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F2ECA51-8BA4-3444-8D90-4C380D776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sp>
        <p:nvSpPr>
          <p:cNvPr id="9" name="Ondertitel 2">
            <a:extLst>
              <a:ext uri="{FF2B5EF4-FFF2-40B4-BE49-F238E27FC236}">
                <a16:creationId xmlns:a16="http://schemas.microsoft.com/office/drawing/2014/main" id="{79FE34A7-A78F-8040-9A6C-239C18680D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976" y="3429000"/>
            <a:ext cx="3951904" cy="1655762"/>
          </a:xfrm>
        </p:spPr>
        <p:txBody>
          <a:bodyPr lIns="0" tIns="0" rIns="0" bIns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sp>
        <p:nvSpPr>
          <p:cNvPr id="11" name="Tijdelijke aanduiding voor afbeelding 14">
            <a:extLst>
              <a:ext uri="{FF2B5EF4-FFF2-40B4-BE49-F238E27FC236}">
                <a16:creationId xmlns:a16="http://schemas.microsoft.com/office/drawing/2014/main" id="{9F1340F3-F96A-2547-B0FD-8E444108796E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096000" y="0"/>
            <a:ext cx="6096000" cy="6858000"/>
          </a:xfrm>
        </p:spPr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25B5722F-F6F2-9246-A624-F5073E4236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344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 en afbeelding | Figuu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3C7F36-8B04-AD44-B377-587344A73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3866804" cy="2560955"/>
          </a:xfrm>
        </p:spPr>
        <p:txBody>
          <a:bodyPr/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D87C6C0E-CCCA-BD40-89A5-2179F1223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C421F95-7036-A844-B8F5-FA341A623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F2ECA51-8BA4-3444-8D90-4C380D776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sp>
        <p:nvSpPr>
          <p:cNvPr id="9" name="Ondertitel 2">
            <a:extLst>
              <a:ext uri="{FF2B5EF4-FFF2-40B4-BE49-F238E27FC236}">
                <a16:creationId xmlns:a16="http://schemas.microsoft.com/office/drawing/2014/main" id="{79FE34A7-A78F-8040-9A6C-239C18680D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3456" y="2575560"/>
            <a:ext cx="3951904" cy="1655762"/>
          </a:xfrm>
        </p:spPr>
        <p:txBody>
          <a:bodyPr lIns="0" tIns="0" rIns="0" bIns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sp>
        <p:nvSpPr>
          <p:cNvPr id="11" name="Tijdelijke aanduiding voor afbeelding 14">
            <a:extLst>
              <a:ext uri="{FF2B5EF4-FFF2-40B4-BE49-F238E27FC236}">
                <a16:creationId xmlns:a16="http://schemas.microsoft.com/office/drawing/2014/main" id="{9F1340F3-F96A-2547-B0FD-8E444108796E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096000" y="0"/>
            <a:ext cx="6096000" cy="6858000"/>
          </a:xfrm>
        </p:spPr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AA70F445-FB93-F44D-9132-1B84C303230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 rot="12414322">
            <a:off x="277496" y="-400606"/>
            <a:ext cx="22225209" cy="17748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825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 en afbeelding | Figuu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3C7F36-8B04-AD44-B377-587344A73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8506" y="365125"/>
            <a:ext cx="3866804" cy="2677333"/>
          </a:xfrm>
        </p:spPr>
        <p:txBody>
          <a:bodyPr/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D87C6C0E-CCCA-BD40-89A5-2179F1223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C421F95-7036-A844-B8F5-FA341A623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F2ECA51-8BA4-3444-8D90-4C380D776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sp>
        <p:nvSpPr>
          <p:cNvPr id="9" name="Ondertitel 2">
            <a:extLst>
              <a:ext uri="{FF2B5EF4-FFF2-40B4-BE49-F238E27FC236}">
                <a16:creationId xmlns:a16="http://schemas.microsoft.com/office/drawing/2014/main" id="{79FE34A7-A78F-8040-9A6C-239C18680D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3281" y="3429000"/>
            <a:ext cx="3951904" cy="1655762"/>
          </a:xfrm>
        </p:spPr>
        <p:txBody>
          <a:bodyPr lIns="0" tIns="0" rIns="0" bIns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sp>
        <p:nvSpPr>
          <p:cNvPr id="7" name="Tijdelijke aanduiding voor afbeelding 14">
            <a:extLst>
              <a:ext uri="{FF2B5EF4-FFF2-40B4-BE49-F238E27FC236}">
                <a16:creationId xmlns:a16="http://schemas.microsoft.com/office/drawing/2014/main" id="{88BDDE4C-80F3-BA4B-AAEB-3CFC616AE91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9737" y="0"/>
            <a:ext cx="6096000" cy="6858000"/>
          </a:xfrm>
        </p:spPr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6A055B72-C8EA-624C-B1C9-C9070B05D50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36571"/>
            <a:ext cx="4607170" cy="6931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2681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 en afbeelding | Figuu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3C7F36-8B04-AD44-B377-587344A73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8506" y="365125"/>
            <a:ext cx="3866804" cy="2677333"/>
          </a:xfrm>
        </p:spPr>
        <p:txBody>
          <a:bodyPr/>
          <a:lstStyle/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D87C6C0E-CCCA-BD40-89A5-2179F1223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C421F95-7036-A844-B8F5-FA341A623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F2ECA51-8BA4-3444-8D90-4C380D776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sp>
        <p:nvSpPr>
          <p:cNvPr id="9" name="Ondertitel 2">
            <a:extLst>
              <a:ext uri="{FF2B5EF4-FFF2-40B4-BE49-F238E27FC236}">
                <a16:creationId xmlns:a16="http://schemas.microsoft.com/office/drawing/2014/main" id="{79FE34A7-A78F-8040-9A6C-239C18680D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03281" y="3429000"/>
            <a:ext cx="3951904" cy="1655762"/>
          </a:xfrm>
        </p:spPr>
        <p:txBody>
          <a:bodyPr lIns="0" tIns="0" rIns="0" bIns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sp>
        <p:nvSpPr>
          <p:cNvPr id="7" name="Tijdelijke aanduiding voor afbeelding 14">
            <a:extLst>
              <a:ext uri="{FF2B5EF4-FFF2-40B4-BE49-F238E27FC236}">
                <a16:creationId xmlns:a16="http://schemas.microsoft.com/office/drawing/2014/main" id="{88BDDE4C-80F3-BA4B-AAEB-3CFC616AE91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9737" y="0"/>
            <a:ext cx="6096000" cy="6858000"/>
          </a:xfrm>
        </p:spPr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7EBA6B6D-0B3A-3E46-950C-9D259A7326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-58189"/>
            <a:ext cx="6916189" cy="6916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489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F0EE616F-25CE-F840-A002-C9C6FB796F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813FDA2A-F260-D746-8734-87BEE6E40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CF29B3D-9BBD-464F-8D6B-7DE585864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700203A-049C-6D46-994B-8AC0F023C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BBC9F57A-59DD-3144-B314-6CFF200AFFF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5533" y="502953"/>
            <a:ext cx="9840934" cy="585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5266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dia met toelichting">
    <p:bg>
      <p:bgPr>
        <a:solidFill>
          <a:srgbClr val="98D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Afbeelding 12">
            <a:extLst>
              <a:ext uri="{FF2B5EF4-FFF2-40B4-BE49-F238E27FC236}">
                <a16:creationId xmlns:a16="http://schemas.microsoft.com/office/drawing/2014/main" id="{A70E79CD-E9B8-6542-BF94-7FD9F41C5D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5592" t="30988" r="1" b="15850"/>
          <a:stretch/>
        </p:blipFill>
        <p:spPr>
          <a:xfrm rot="10800000">
            <a:off x="5811520" y="0"/>
            <a:ext cx="638048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BF3D1A3-ED7C-E44C-9A4D-41D59AF7B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768" y="731520"/>
            <a:ext cx="5151120" cy="2697480"/>
          </a:xfrm>
        </p:spPr>
        <p:txBody>
          <a:bodyPr anchor="t">
            <a:normAutofit/>
          </a:bodyPr>
          <a:lstStyle>
            <a:lvl1pPr algn="l">
              <a:defRPr sz="6000"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8AB013E5-DC00-7648-906C-35D60D7003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F6411CD7-FEBB-E448-99FC-2FE47CA4C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05BFEB4C-BA4E-D04C-A6D5-70706EEAF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Ondertitel 2">
            <a:extLst>
              <a:ext uri="{FF2B5EF4-FFF2-40B4-BE49-F238E27FC236}">
                <a16:creationId xmlns:a16="http://schemas.microsoft.com/office/drawing/2014/main" id="{212728B6-125A-6E40-B728-57CD5CB58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976" y="3429000"/>
            <a:ext cx="5168056" cy="1655762"/>
          </a:xfrm>
        </p:spPr>
        <p:txBody>
          <a:bodyPr lIns="0" tIns="0" rIns="0" bIns="0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20515E3-8501-A242-A250-B952E2058C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31099"/>
          <a:stretch/>
        </p:blipFill>
        <p:spPr>
          <a:xfrm>
            <a:off x="6092899" y="383060"/>
            <a:ext cx="6099100" cy="5263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680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di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B87A8EE9-216A-8147-9219-AA6B54EEEC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D268096-2A06-2148-9889-8E41A3494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4581" y="850648"/>
            <a:ext cx="8942374" cy="3146818"/>
          </a:xfrm>
        </p:spPr>
        <p:txBody>
          <a:bodyPr>
            <a:noAutofit/>
          </a:bodyPr>
          <a:lstStyle>
            <a:lvl1pPr>
              <a:defRPr sz="7200"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5508DBE-4FC4-E641-AA0C-5FEDD4C34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F5C03EE-8D76-B247-9DAF-BE22EAAA5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FE47C92-A691-2B45-AD10-78768D9E3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398763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ekstblokken">
    <p:bg>
      <p:bgPr>
        <a:solidFill>
          <a:srgbClr val="0315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>
            <a:extLst>
              <a:ext uri="{FF2B5EF4-FFF2-40B4-BE49-F238E27FC236}">
                <a16:creationId xmlns:a16="http://schemas.microsoft.com/office/drawing/2014/main" id="{819E207B-3445-054C-B4F0-240173F540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0478" r="91981"/>
          <a:stretch/>
        </p:blipFill>
        <p:spPr>
          <a:xfrm rot="5400000">
            <a:off x="7465168" y="2131168"/>
            <a:ext cx="977630" cy="8476034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47837FFB-9AD7-C743-9D5C-8AA90F59F7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26934" r="75880"/>
          <a:stretch/>
        </p:blipFill>
        <p:spPr>
          <a:xfrm rot="16200000">
            <a:off x="1908987" y="-1908986"/>
            <a:ext cx="1881415" cy="569938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A61EC56-9F87-B145-8CF9-17EC99C89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BEB1D4D-D877-474C-8A13-B12302E87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322675" cy="198083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116B859-A99B-2F44-836E-AC0B549EB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660C87D-0265-F944-823F-985D13061528}" type="datetimeFigureOut">
              <a:rPr lang="nl-NL" smtClean="0"/>
              <a:pPr/>
              <a:t>19-06-19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E3DC1E7-C90A-CE4F-AC6F-A2E8AB5E0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D89D559-0E99-BE46-9C80-EF2619D23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89B9132-4943-2A48-9A32-AA3D491FAE46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EE754FA9-DA8C-FD4E-8F2D-EE00B243876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430232" y="1825625"/>
            <a:ext cx="3322675" cy="198083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11" name="Tijdelijke aanduiding voor inhoud 2">
            <a:extLst>
              <a:ext uri="{FF2B5EF4-FFF2-40B4-BE49-F238E27FC236}">
                <a16:creationId xmlns:a16="http://schemas.microsoft.com/office/drawing/2014/main" id="{1F34B2EB-CE0D-B145-A035-0E77579516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022265" y="1825625"/>
            <a:ext cx="3322675" cy="198083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6495098E-CE50-2B45-AF04-C0DE5A9E09E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42630" y="4115172"/>
            <a:ext cx="3322675" cy="198083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13" name="Tijdelijke aanduiding voor inhoud 2">
            <a:extLst>
              <a:ext uri="{FF2B5EF4-FFF2-40B4-BE49-F238E27FC236}">
                <a16:creationId xmlns:a16="http://schemas.microsoft.com/office/drawing/2014/main" id="{D926349A-26B2-7548-8960-8C8E6995921E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434662" y="4115172"/>
            <a:ext cx="3322675" cy="198083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14" name="Tijdelijke aanduiding voor inhoud 2">
            <a:extLst>
              <a:ext uri="{FF2B5EF4-FFF2-40B4-BE49-F238E27FC236}">
                <a16:creationId xmlns:a16="http://schemas.microsoft.com/office/drawing/2014/main" id="{FBBA3C64-3F39-F548-850C-7FA092835B08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026695" y="4115172"/>
            <a:ext cx="3322675" cy="1980831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8680642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en &amp; titels | Paars">
    <p:bg>
      <p:bgPr>
        <a:solidFill>
          <a:srgbClr val="2E24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65D9A128-7864-3240-92DC-AA2E56EC48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684793">
            <a:off x="-369799" y="-5403233"/>
            <a:ext cx="9918912" cy="14922259"/>
          </a:xfrm>
          <a:prstGeom prst="rect">
            <a:avLst/>
          </a:prstGeom>
        </p:spPr>
      </p:pic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BACD7A5-CF40-CF43-B654-CCAFE3B14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B94A9BD-07F9-4A4E-8477-FBFC6E482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08EF245-6C83-5647-A151-79C12F2BF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E29634E8-D272-E74D-B810-166D25F35F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89829" y="1121434"/>
            <a:ext cx="4988343" cy="498834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CA1C413-9953-334F-BE14-8D9BB611D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407" y="2892194"/>
            <a:ext cx="4581698" cy="132556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8" name="Tijdelijke aanduiding voor inhoud 2">
            <a:extLst>
              <a:ext uri="{FF2B5EF4-FFF2-40B4-BE49-F238E27FC236}">
                <a16:creationId xmlns:a16="http://schemas.microsoft.com/office/drawing/2014/main" id="{35A92444-0E10-FE41-B455-8E6F27B4FFF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90742" y="888684"/>
            <a:ext cx="3322675" cy="1339127"/>
          </a:xfrm>
        </p:spPr>
        <p:txBody>
          <a:bodyPr anchor="ctr">
            <a:norm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19" name="Tijdelijke aanduiding voor inhoud 2">
            <a:extLst>
              <a:ext uri="{FF2B5EF4-FFF2-40B4-BE49-F238E27FC236}">
                <a16:creationId xmlns:a16="http://schemas.microsoft.com/office/drawing/2014/main" id="{A7877B26-810C-184F-9CEB-57FC8D330AC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753782" y="888684"/>
            <a:ext cx="3322675" cy="1339127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0" name="Tijdelijke aanduiding voor inhoud 2">
            <a:extLst>
              <a:ext uri="{FF2B5EF4-FFF2-40B4-BE49-F238E27FC236}">
                <a16:creationId xmlns:a16="http://schemas.microsoft.com/office/drawing/2014/main" id="{223E44A2-4A62-9147-8656-C63B68EA237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174116" y="4820608"/>
            <a:ext cx="3322675" cy="1330810"/>
          </a:xfrm>
        </p:spPr>
        <p:txBody>
          <a:bodyPr anchor="ctr">
            <a:norm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1" name="Tijdelijke aanduiding voor inhoud 2">
            <a:extLst>
              <a:ext uri="{FF2B5EF4-FFF2-40B4-BE49-F238E27FC236}">
                <a16:creationId xmlns:a16="http://schemas.microsoft.com/office/drawing/2014/main" id="{0A436FAC-6EBA-7848-98D7-C3CA52A6EE2E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758212" y="4820609"/>
            <a:ext cx="3322675" cy="1330810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5" name="Ovaal 24">
            <a:extLst>
              <a:ext uri="{FF2B5EF4-FFF2-40B4-BE49-F238E27FC236}">
                <a16:creationId xmlns:a16="http://schemas.microsoft.com/office/drawing/2014/main" id="{93682A4D-09F8-5844-81C7-1E5776B65653}"/>
              </a:ext>
            </a:extLst>
          </p:cNvPr>
          <p:cNvSpPr/>
          <p:nvPr userDrawn="1"/>
        </p:nvSpPr>
        <p:spPr>
          <a:xfrm>
            <a:off x="3667027" y="867266"/>
            <a:ext cx="1338606" cy="1338606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6" name="Ovaal 25">
            <a:extLst>
              <a:ext uri="{FF2B5EF4-FFF2-40B4-BE49-F238E27FC236}">
                <a16:creationId xmlns:a16="http://schemas.microsoft.com/office/drawing/2014/main" id="{95A0E642-35EB-1D4A-AEDE-9EFC20484177}"/>
              </a:ext>
            </a:extLst>
          </p:cNvPr>
          <p:cNvSpPr/>
          <p:nvPr userDrawn="1"/>
        </p:nvSpPr>
        <p:spPr>
          <a:xfrm>
            <a:off x="7268066" y="867266"/>
            <a:ext cx="1338606" cy="1338606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7" name="Ovaal 26">
            <a:extLst>
              <a:ext uri="{FF2B5EF4-FFF2-40B4-BE49-F238E27FC236}">
                <a16:creationId xmlns:a16="http://schemas.microsoft.com/office/drawing/2014/main" id="{D218EFAC-065E-7F4F-BA9C-ED4B2ABFD836}"/>
              </a:ext>
            </a:extLst>
          </p:cNvPr>
          <p:cNvSpPr/>
          <p:nvPr userDrawn="1"/>
        </p:nvSpPr>
        <p:spPr>
          <a:xfrm>
            <a:off x="7268066" y="4798242"/>
            <a:ext cx="1338606" cy="1338606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8" name="Ovaal 27">
            <a:extLst>
              <a:ext uri="{FF2B5EF4-FFF2-40B4-BE49-F238E27FC236}">
                <a16:creationId xmlns:a16="http://schemas.microsoft.com/office/drawing/2014/main" id="{88572D26-BB7A-0946-96F4-26C88FE6B0F5}"/>
              </a:ext>
            </a:extLst>
          </p:cNvPr>
          <p:cNvSpPr/>
          <p:nvPr userDrawn="1"/>
        </p:nvSpPr>
        <p:spPr>
          <a:xfrm>
            <a:off x="3667027" y="4807669"/>
            <a:ext cx="1338606" cy="1338606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064274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en &amp; titels | Groen">
    <p:bg>
      <p:bgPr>
        <a:solidFill>
          <a:srgbClr val="63CB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hoek 11">
            <a:extLst>
              <a:ext uri="{FF2B5EF4-FFF2-40B4-BE49-F238E27FC236}">
                <a16:creationId xmlns:a16="http://schemas.microsoft.com/office/drawing/2014/main" id="{279CD5BA-F386-124B-A4D1-8B41F85A6164}"/>
              </a:ext>
            </a:extLst>
          </p:cNvPr>
          <p:cNvSpPr/>
          <p:nvPr userDrawn="1"/>
        </p:nvSpPr>
        <p:spPr>
          <a:xfrm>
            <a:off x="0" y="0"/>
            <a:ext cx="2141035" cy="1628078"/>
          </a:xfrm>
          <a:prstGeom prst="rect">
            <a:avLst/>
          </a:prstGeom>
          <a:solidFill>
            <a:srgbClr val="C9EB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7" name="Afbeelding 16">
            <a:extLst>
              <a:ext uri="{FF2B5EF4-FFF2-40B4-BE49-F238E27FC236}">
                <a16:creationId xmlns:a16="http://schemas.microsoft.com/office/drawing/2014/main" id="{A8E773D4-ADDB-3C4B-B3E5-E08A246956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709827">
            <a:off x="126486" y="-4814678"/>
            <a:ext cx="9015640" cy="13563352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E29634E8-D272-E74D-B810-166D25F35F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92048" y="1225048"/>
            <a:ext cx="4618191" cy="461819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CA1C413-9953-334F-BE14-8D9BB611D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0738" y="3159062"/>
            <a:ext cx="4088209" cy="1223214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30" name="Tijdelijke aanduiding voor inhoud 2">
            <a:extLst>
              <a:ext uri="{FF2B5EF4-FFF2-40B4-BE49-F238E27FC236}">
                <a16:creationId xmlns:a16="http://schemas.microsoft.com/office/drawing/2014/main" id="{7B42E4A5-1848-6541-8912-302A36D15B1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90742" y="888684"/>
            <a:ext cx="3322675" cy="1339127"/>
          </a:xfrm>
        </p:spPr>
        <p:txBody>
          <a:bodyPr anchor="ctr">
            <a:normAutofit/>
          </a:bodyPr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31" name="Tijdelijke aanduiding voor inhoud 2">
            <a:extLst>
              <a:ext uri="{FF2B5EF4-FFF2-40B4-BE49-F238E27FC236}">
                <a16:creationId xmlns:a16="http://schemas.microsoft.com/office/drawing/2014/main" id="{ACE2D2B2-2566-2A49-B438-C0A03FE7149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753782" y="888684"/>
            <a:ext cx="3322675" cy="1339127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32" name="Tijdelijke aanduiding voor inhoud 2">
            <a:extLst>
              <a:ext uri="{FF2B5EF4-FFF2-40B4-BE49-F238E27FC236}">
                <a16:creationId xmlns:a16="http://schemas.microsoft.com/office/drawing/2014/main" id="{93571718-9672-F84A-A816-A0B05CD285CC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174116" y="4820608"/>
            <a:ext cx="3322675" cy="1330810"/>
          </a:xfrm>
        </p:spPr>
        <p:txBody>
          <a:bodyPr anchor="ctr">
            <a:normAutofit/>
          </a:bodyPr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33" name="Tijdelijke aanduiding voor inhoud 2">
            <a:extLst>
              <a:ext uri="{FF2B5EF4-FFF2-40B4-BE49-F238E27FC236}">
                <a16:creationId xmlns:a16="http://schemas.microsoft.com/office/drawing/2014/main" id="{7A60C0DF-8D0E-0D4E-A36C-012D6E3CD92E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758212" y="4820609"/>
            <a:ext cx="3322675" cy="1330810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D589BFFE-43B9-6841-8D6A-65D40D53D6A1}"/>
              </a:ext>
            </a:extLst>
          </p:cNvPr>
          <p:cNvSpPr/>
          <p:nvPr userDrawn="1"/>
        </p:nvSpPr>
        <p:spPr>
          <a:xfrm>
            <a:off x="3667027" y="867266"/>
            <a:ext cx="1338606" cy="1338606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Ovaal 14">
            <a:extLst>
              <a:ext uri="{FF2B5EF4-FFF2-40B4-BE49-F238E27FC236}">
                <a16:creationId xmlns:a16="http://schemas.microsoft.com/office/drawing/2014/main" id="{ADAA7D03-CCDA-F140-B010-5F8D794EAA96}"/>
              </a:ext>
            </a:extLst>
          </p:cNvPr>
          <p:cNvSpPr/>
          <p:nvPr userDrawn="1"/>
        </p:nvSpPr>
        <p:spPr>
          <a:xfrm>
            <a:off x="7268066" y="867266"/>
            <a:ext cx="1338606" cy="1338606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Ovaal 15">
            <a:extLst>
              <a:ext uri="{FF2B5EF4-FFF2-40B4-BE49-F238E27FC236}">
                <a16:creationId xmlns:a16="http://schemas.microsoft.com/office/drawing/2014/main" id="{9754CEFE-8ED3-DE47-BA06-6874D0F8F40F}"/>
              </a:ext>
            </a:extLst>
          </p:cNvPr>
          <p:cNvSpPr/>
          <p:nvPr userDrawn="1"/>
        </p:nvSpPr>
        <p:spPr>
          <a:xfrm>
            <a:off x="7268066" y="4798242"/>
            <a:ext cx="1338606" cy="1338606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Ovaal 17">
            <a:extLst>
              <a:ext uri="{FF2B5EF4-FFF2-40B4-BE49-F238E27FC236}">
                <a16:creationId xmlns:a16="http://schemas.microsoft.com/office/drawing/2014/main" id="{FDC6E489-EBBB-E74B-9659-3F4CA9B20E01}"/>
              </a:ext>
            </a:extLst>
          </p:cNvPr>
          <p:cNvSpPr/>
          <p:nvPr userDrawn="1"/>
        </p:nvSpPr>
        <p:spPr>
          <a:xfrm>
            <a:off x="3667027" y="4807669"/>
            <a:ext cx="1338606" cy="1338606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343198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en &amp; titels | Groen">
    <p:bg>
      <p:bgPr>
        <a:solidFill>
          <a:srgbClr val="63CB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hoek 11">
            <a:extLst>
              <a:ext uri="{FF2B5EF4-FFF2-40B4-BE49-F238E27FC236}">
                <a16:creationId xmlns:a16="http://schemas.microsoft.com/office/drawing/2014/main" id="{279CD5BA-F386-124B-A4D1-8B41F85A6164}"/>
              </a:ext>
            </a:extLst>
          </p:cNvPr>
          <p:cNvSpPr/>
          <p:nvPr userDrawn="1"/>
        </p:nvSpPr>
        <p:spPr>
          <a:xfrm>
            <a:off x="0" y="0"/>
            <a:ext cx="2141035" cy="1628078"/>
          </a:xfrm>
          <a:prstGeom prst="rect">
            <a:avLst/>
          </a:prstGeom>
          <a:solidFill>
            <a:srgbClr val="C9EB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7" name="Afbeelding 16">
            <a:extLst>
              <a:ext uri="{FF2B5EF4-FFF2-40B4-BE49-F238E27FC236}">
                <a16:creationId xmlns:a16="http://schemas.microsoft.com/office/drawing/2014/main" id="{A8E773D4-ADDB-3C4B-B3E5-E08A246956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709827">
            <a:off x="126486" y="-4814678"/>
            <a:ext cx="9015640" cy="13563352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E29634E8-D272-E74D-B810-166D25F35F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92048" y="1225048"/>
            <a:ext cx="4618191" cy="461819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CA1C413-9953-334F-BE14-8D9BB611D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1662" y="2264897"/>
            <a:ext cx="3573193" cy="2433711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30" name="Tijdelijke aanduiding voor inhoud 2">
            <a:extLst>
              <a:ext uri="{FF2B5EF4-FFF2-40B4-BE49-F238E27FC236}">
                <a16:creationId xmlns:a16="http://schemas.microsoft.com/office/drawing/2014/main" id="{7B42E4A5-1848-6541-8912-302A36D15B1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2777" y="712518"/>
            <a:ext cx="3322675" cy="1339127"/>
          </a:xfrm>
        </p:spPr>
        <p:txBody>
          <a:bodyPr anchor="ctr">
            <a:normAutofit/>
          </a:bodyPr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31" name="Tijdelijke aanduiding voor inhoud 2">
            <a:extLst>
              <a:ext uri="{FF2B5EF4-FFF2-40B4-BE49-F238E27FC236}">
                <a16:creationId xmlns:a16="http://schemas.microsoft.com/office/drawing/2014/main" id="{ACE2D2B2-2566-2A49-B438-C0A03FE7149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359883" y="712518"/>
            <a:ext cx="3322675" cy="1339127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32" name="Tijdelijke aanduiding voor inhoud 2">
            <a:extLst>
              <a:ext uri="{FF2B5EF4-FFF2-40B4-BE49-F238E27FC236}">
                <a16:creationId xmlns:a16="http://schemas.microsoft.com/office/drawing/2014/main" id="{93571718-9672-F84A-A816-A0B05CD285CC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38354" y="4910786"/>
            <a:ext cx="3322675" cy="1330810"/>
          </a:xfrm>
        </p:spPr>
        <p:txBody>
          <a:bodyPr anchor="ctr">
            <a:normAutofit/>
          </a:bodyPr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33" name="Tijdelijke aanduiding voor inhoud 2">
            <a:extLst>
              <a:ext uri="{FF2B5EF4-FFF2-40B4-BE49-F238E27FC236}">
                <a16:creationId xmlns:a16="http://schemas.microsoft.com/office/drawing/2014/main" id="{7A60C0DF-8D0E-0D4E-A36C-012D6E3CD92E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378382" y="4910786"/>
            <a:ext cx="3322675" cy="1330810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D589BFFE-43B9-6841-8D6A-65D40D53D6A1}"/>
              </a:ext>
            </a:extLst>
          </p:cNvPr>
          <p:cNvSpPr/>
          <p:nvPr userDrawn="1"/>
        </p:nvSpPr>
        <p:spPr>
          <a:xfrm>
            <a:off x="4074998" y="712518"/>
            <a:ext cx="1338606" cy="1338606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Ovaal 14">
            <a:extLst>
              <a:ext uri="{FF2B5EF4-FFF2-40B4-BE49-F238E27FC236}">
                <a16:creationId xmlns:a16="http://schemas.microsoft.com/office/drawing/2014/main" id="{ADAA7D03-CCDA-F140-B010-5F8D794EAA96}"/>
              </a:ext>
            </a:extLst>
          </p:cNvPr>
          <p:cNvSpPr/>
          <p:nvPr userDrawn="1"/>
        </p:nvSpPr>
        <p:spPr>
          <a:xfrm>
            <a:off x="6874162" y="712518"/>
            <a:ext cx="1338606" cy="1338606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Ovaal 15">
            <a:extLst>
              <a:ext uri="{FF2B5EF4-FFF2-40B4-BE49-F238E27FC236}">
                <a16:creationId xmlns:a16="http://schemas.microsoft.com/office/drawing/2014/main" id="{9754CEFE-8ED3-DE47-BA06-6874D0F8F40F}"/>
              </a:ext>
            </a:extLst>
          </p:cNvPr>
          <p:cNvSpPr/>
          <p:nvPr userDrawn="1"/>
        </p:nvSpPr>
        <p:spPr>
          <a:xfrm>
            <a:off x="6860102" y="4910786"/>
            <a:ext cx="1338606" cy="1338606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Ovaal 17">
            <a:extLst>
              <a:ext uri="{FF2B5EF4-FFF2-40B4-BE49-F238E27FC236}">
                <a16:creationId xmlns:a16="http://schemas.microsoft.com/office/drawing/2014/main" id="{FDC6E489-EBBB-E74B-9659-3F4CA9B20E01}"/>
              </a:ext>
            </a:extLst>
          </p:cNvPr>
          <p:cNvSpPr/>
          <p:nvPr userDrawn="1"/>
        </p:nvSpPr>
        <p:spPr>
          <a:xfrm>
            <a:off x="4103128" y="4910786"/>
            <a:ext cx="1338606" cy="1338606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Ovaal 18">
            <a:extLst>
              <a:ext uri="{FF2B5EF4-FFF2-40B4-BE49-F238E27FC236}">
                <a16:creationId xmlns:a16="http://schemas.microsoft.com/office/drawing/2014/main" id="{8F9DA057-9F4C-C942-B317-7F24581156A7}"/>
              </a:ext>
            </a:extLst>
          </p:cNvPr>
          <p:cNvSpPr/>
          <p:nvPr userDrawn="1"/>
        </p:nvSpPr>
        <p:spPr>
          <a:xfrm>
            <a:off x="8067579" y="2759697"/>
            <a:ext cx="1338606" cy="1338606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0" name="Ovaal 19">
            <a:extLst>
              <a:ext uri="{FF2B5EF4-FFF2-40B4-BE49-F238E27FC236}">
                <a16:creationId xmlns:a16="http://schemas.microsoft.com/office/drawing/2014/main" id="{01E19F43-83FF-4945-978D-2FAC7B5C9C7F}"/>
              </a:ext>
            </a:extLst>
          </p:cNvPr>
          <p:cNvSpPr/>
          <p:nvPr userDrawn="1"/>
        </p:nvSpPr>
        <p:spPr>
          <a:xfrm>
            <a:off x="3028999" y="2759697"/>
            <a:ext cx="1338606" cy="1338606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1" name="Tijdelijke aanduiding voor inhoud 2">
            <a:extLst>
              <a:ext uri="{FF2B5EF4-FFF2-40B4-BE49-F238E27FC236}">
                <a16:creationId xmlns:a16="http://schemas.microsoft.com/office/drawing/2014/main" id="{173C0FDA-A9D9-7A40-81BB-CE32643D1698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590843" y="2349306"/>
            <a:ext cx="2301255" cy="2110152"/>
          </a:xfrm>
        </p:spPr>
        <p:txBody>
          <a:bodyPr anchor="ctr">
            <a:normAutofit/>
          </a:bodyPr>
          <a:lstStyle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2" name="Tijdelijke aanduiding voor inhoud 2">
            <a:extLst>
              <a:ext uri="{FF2B5EF4-FFF2-40B4-BE49-F238E27FC236}">
                <a16:creationId xmlns:a16="http://schemas.microsoft.com/office/drawing/2014/main" id="{AD46C6AF-86B6-2F46-8F0E-5A8E8763B004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608234" y="2335238"/>
            <a:ext cx="2391508" cy="2053882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41148410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en &amp; Titels | Donkerpaars">
    <p:bg>
      <p:bgPr>
        <a:solidFill>
          <a:srgbClr val="5E4E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Afbeelding 24">
            <a:extLst>
              <a:ext uri="{FF2B5EF4-FFF2-40B4-BE49-F238E27FC236}">
                <a16:creationId xmlns:a16="http://schemas.microsoft.com/office/drawing/2014/main" id="{A2519DC6-E90B-FA42-A8D8-E1BF0F7D006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725929">
            <a:off x="-356142" y="-5451553"/>
            <a:ext cx="10015363" cy="15067360"/>
          </a:xfrm>
          <a:prstGeom prst="rect">
            <a:avLst/>
          </a:prstGeom>
        </p:spPr>
      </p:pic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BACD7A5-CF40-CF43-B654-CCAFE3B14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B94A9BD-07F9-4A4E-8477-FBFC6E482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08EF245-6C83-5647-A151-79C12F2BF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E29634E8-D272-E74D-B810-166D25F35F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89829" y="1121434"/>
            <a:ext cx="4988343" cy="498834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CA1C413-9953-334F-BE14-8D9BB611D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501" y="2892194"/>
            <a:ext cx="4220999" cy="132556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8" name="Tijdelijke aanduiding voor inhoud 2">
            <a:extLst>
              <a:ext uri="{FF2B5EF4-FFF2-40B4-BE49-F238E27FC236}">
                <a16:creationId xmlns:a16="http://schemas.microsoft.com/office/drawing/2014/main" id="{35A92444-0E10-FE41-B455-8E6F27B4FFF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90742" y="888684"/>
            <a:ext cx="3322675" cy="1339127"/>
          </a:xfrm>
        </p:spPr>
        <p:txBody>
          <a:bodyPr anchor="ctr">
            <a:norm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19" name="Tijdelijke aanduiding voor inhoud 2">
            <a:extLst>
              <a:ext uri="{FF2B5EF4-FFF2-40B4-BE49-F238E27FC236}">
                <a16:creationId xmlns:a16="http://schemas.microsoft.com/office/drawing/2014/main" id="{A7877B26-810C-184F-9CEB-57FC8D330AC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753782" y="888684"/>
            <a:ext cx="3322675" cy="1339127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0" name="Tijdelijke aanduiding voor inhoud 2">
            <a:extLst>
              <a:ext uri="{FF2B5EF4-FFF2-40B4-BE49-F238E27FC236}">
                <a16:creationId xmlns:a16="http://schemas.microsoft.com/office/drawing/2014/main" id="{223E44A2-4A62-9147-8656-C63B68EA237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174116" y="4820608"/>
            <a:ext cx="3322675" cy="1330810"/>
          </a:xfrm>
        </p:spPr>
        <p:txBody>
          <a:bodyPr anchor="ctr">
            <a:normAutofit/>
          </a:bodyPr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1" name="Tijdelijke aanduiding voor inhoud 2">
            <a:extLst>
              <a:ext uri="{FF2B5EF4-FFF2-40B4-BE49-F238E27FC236}">
                <a16:creationId xmlns:a16="http://schemas.microsoft.com/office/drawing/2014/main" id="{0A436FAC-6EBA-7848-98D7-C3CA52A6EE2E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758212" y="4820609"/>
            <a:ext cx="3322675" cy="1330810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16" name="Ovaal 15">
            <a:extLst>
              <a:ext uri="{FF2B5EF4-FFF2-40B4-BE49-F238E27FC236}">
                <a16:creationId xmlns:a16="http://schemas.microsoft.com/office/drawing/2014/main" id="{E908DC9F-53D3-644B-A154-99A959732637}"/>
              </a:ext>
            </a:extLst>
          </p:cNvPr>
          <p:cNvSpPr/>
          <p:nvPr userDrawn="1"/>
        </p:nvSpPr>
        <p:spPr>
          <a:xfrm>
            <a:off x="3667027" y="867266"/>
            <a:ext cx="1338606" cy="1338606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Ovaal 16">
            <a:extLst>
              <a:ext uri="{FF2B5EF4-FFF2-40B4-BE49-F238E27FC236}">
                <a16:creationId xmlns:a16="http://schemas.microsoft.com/office/drawing/2014/main" id="{6FB7254D-EFD1-2B46-9E5A-F27517A74B83}"/>
              </a:ext>
            </a:extLst>
          </p:cNvPr>
          <p:cNvSpPr/>
          <p:nvPr userDrawn="1"/>
        </p:nvSpPr>
        <p:spPr>
          <a:xfrm>
            <a:off x="7268066" y="867266"/>
            <a:ext cx="1338606" cy="1338606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3" name="Ovaal 22">
            <a:extLst>
              <a:ext uri="{FF2B5EF4-FFF2-40B4-BE49-F238E27FC236}">
                <a16:creationId xmlns:a16="http://schemas.microsoft.com/office/drawing/2014/main" id="{0C10D7CE-31CA-B549-843A-7CF03A5B0E06}"/>
              </a:ext>
            </a:extLst>
          </p:cNvPr>
          <p:cNvSpPr/>
          <p:nvPr userDrawn="1"/>
        </p:nvSpPr>
        <p:spPr>
          <a:xfrm>
            <a:off x="7268066" y="4798242"/>
            <a:ext cx="1338606" cy="1338606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4" name="Ovaal 23">
            <a:extLst>
              <a:ext uri="{FF2B5EF4-FFF2-40B4-BE49-F238E27FC236}">
                <a16:creationId xmlns:a16="http://schemas.microsoft.com/office/drawing/2014/main" id="{47C0EA25-FD98-0245-83EB-C55EF418F5F9}"/>
              </a:ext>
            </a:extLst>
          </p:cNvPr>
          <p:cNvSpPr/>
          <p:nvPr userDrawn="1"/>
        </p:nvSpPr>
        <p:spPr>
          <a:xfrm>
            <a:off x="3667027" y="4807669"/>
            <a:ext cx="1338606" cy="1338606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3583385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en &amp; Tekst | Paars">
    <p:bg>
      <p:bgPr>
        <a:solidFill>
          <a:srgbClr val="2E24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65D9A128-7864-3240-92DC-AA2E56EC48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684793">
            <a:off x="-369799" y="-5403233"/>
            <a:ext cx="9918912" cy="14922259"/>
          </a:xfrm>
          <a:prstGeom prst="rect">
            <a:avLst/>
          </a:prstGeom>
        </p:spPr>
      </p:pic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BACD7A5-CF40-CF43-B654-CCAFE3B14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B94A9BD-07F9-4A4E-8477-FBFC6E482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08EF245-6C83-5647-A151-79C12F2BF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E29634E8-D272-E74D-B810-166D25F35F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89829" y="1121434"/>
            <a:ext cx="4988343" cy="4988343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CA1C413-9953-334F-BE14-8D9BB611D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407" y="2892194"/>
            <a:ext cx="4581698" cy="132556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6" name="Tijdelijke aanduiding voor inhoud 2">
            <a:extLst>
              <a:ext uri="{FF2B5EF4-FFF2-40B4-BE49-F238E27FC236}">
                <a16:creationId xmlns:a16="http://schemas.microsoft.com/office/drawing/2014/main" id="{6612FF46-7088-B645-8B4D-AB6EC9A20B1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90742" y="487235"/>
            <a:ext cx="3322675" cy="962419"/>
          </a:xfrm>
        </p:spPr>
        <p:txBody>
          <a:bodyPr anchor="ctr">
            <a:normAutofit/>
          </a:bodyPr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17" name="Tijdelijke aanduiding voor inhoud 2">
            <a:extLst>
              <a:ext uri="{FF2B5EF4-FFF2-40B4-BE49-F238E27FC236}">
                <a16:creationId xmlns:a16="http://schemas.microsoft.com/office/drawing/2014/main" id="{354D88E8-7780-4848-9008-94A87A4677B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664572" y="487235"/>
            <a:ext cx="3322675" cy="962419"/>
          </a:xfrm>
        </p:spPr>
        <p:txBody>
          <a:bodyPr anchor="ctr"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2" name="Tijdelijke aanduiding voor inhoud 2">
            <a:extLst>
              <a:ext uri="{FF2B5EF4-FFF2-40B4-BE49-F238E27FC236}">
                <a16:creationId xmlns:a16="http://schemas.microsoft.com/office/drawing/2014/main" id="{8FE222D5-5364-3347-8E4D-F30E7E1EA0EC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190742" y="3660893"/>
            <a:ext cx="3322675" cy="956442"/>
          </a:xfrm>
        </p:spPr>
        <p:txBody>
          <a:bodyPr anchor="ctr">
            <a:normAutofit/>
          </a:bodyPr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3" name="Tijdelijke aanduiding voor inhoud 2">
            <a:extLst>
              <a:ext uri="{FF2B5EF4-FFF2-40B4-BE49-F238E27FC236}">
                <a16:creationId xmlns:a16="http://schemas.microsoft.com/office/drawing/2014/main" id="{58135CD0-C8AA-3140-BAB5-130B0E08CF8F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664572" y="3660893"/>
            <a:ext cx="3322675" cy="956442"/>
          </a:xfrm>
        </p:spPr>
        <p:txBody>
          <a:bodyPr anchor="ctr"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4" name="Tijdelijke aanduiding voor inhoud 2">
            <a:extLst>
              <a:ext uri="{FF2B5EF4-FFF2-40B4-BE49-F238E27FC236}">
                <a16:creationId xmlns:a16="http://schemas.microsoft.com/office/drawing/2014/main" id="{D8D171C5-8E42-674D-8049-4477BE1AE8CA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187025" y="1554035"/>
            <a:ext cx="3322675" cy="1874965"/>
          </a:xfrm>
        </p:spPr>
        <p:txBody>
          <a:bodyPr anchor="ctr">
            <a:normAutofit/>
          </a:bodyPr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5" name="Tijdelijke aanduiding voor inhoud 2">
            <a:extLst>
              <a:ext uri="{FF2B5EF4-FFF2-40B4-BE49-F238E27FC236}">
                <a16:creationId xmlns:a16="http://schemas.microsoft.com/office/drawing/2014/main" id="{5C693086-8C75-0D45-8A96-73BD95A30C55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660855" y="1554035"/>
            <a:ext cx="3322675" cy="1874965"/>
          </a:xfrm>
        </p:spPr>
        <p:txBody>
          <a:bodyPr anchor="ctr">
            <a:norm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6" name="Tijdelijke aanduiding voor inhoud 2">
            <a:extLst>
              <a:ext uri="{FF2B5EF4-FFF2-40B4-BE49-F238E27FC236}">
                <a16:creationId xmlns:a16="http://schemas.microsoft.com/office/drawing/2014/main" id="{4D2B9804-7E56-AD41-86C0-4451C499B1C3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187025" y="4727692"/>
            <a:ext cx="3322675" cy="1863321"/>
          </a:xfrm>
        </p:spPr>
        <p:txBody>
          <a:bodyPr anchor="ctr">
            <a:normAutofit/>
          </a:bodyPr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7" name="Tijdelijke aanduiding voor inhoud 2">
            <a:extLst>
              <a:ext uri="{FF2B5EF4-FFF2-40B4-BE49-F238E27FC236}">
                <a16:creationId xmlns:a16="http://schemas.microsoft.com/office/drawing/2014/main" id="{5CAE6F3B-9529-3148-879A-66D645E3ADB0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8660855" y="4727692"/>
            <a:ext cx="3322675" cy="1863321"/>
          </a:xfrm>
        </p:spPr>
        <p:txBody>
          <a:bodyPr anchor="ctr">
            <a:norm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0" name="Ovaal 19">
            <a:extLst>
              <a:ext uri="{FF2B5EF4-FFF2-40B4-BE49-F238E27FC236}">
                <a16:creationId xmlns:a16="http://schemas.microsoft.com/office/drawing/2014/main" id="{6CFCE279-9852-3644-B75C-11B347139733}"/>
              </a:ext>
            </a:extLst>
          </p:cNvPr>
          <p:cNvSpPr/>
          <p:nvPr userDrawn="1"/>
        </p:nvSpPr>
        <p:spPr>
          <a:xfrm>
            <a:off x="3667027" y="867266"/>
            <a:ext cx="1338606" cy="1338606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1" name="Ovaal 20">
            <a:extLst>
              <a:ext uri="{FF2B5EF4-FFF2-40B4-BE49-F238E27FC236}">
                <a16:creationId xmlns:a16="http://schemas.microsoft.com/office/drawing/2014/main" id="{BD2BCD45-2211-1B44-A409-625323132CC9}"/>
              </a:ext>
            </a:extLst>
          </p:cNvPr>
          <p:cNvSpPr/>
          <p:nvPr userDrawn="1"/>
        </p:nvSpPr>
        <p:spPr>
          <a:xfrm>
            <a:off x="7268066" y="867266"/>
            <a:ext cx="1338606" cy="1338606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8" name="Ovaal 27">
            <a:extLst>
              <a:ext uri="{FF2B5EF4-FFF2-40B4-BE49-F238E27FC236}">
                <a16:creationId xmlns:a16="http://schemas.microsoft.com/office/drawing/2014/main" id="{3FF356A1-DEDF-1643-80FB-70B8585FA1A7}"/>
              </a:ext>
            </a:extLst>
          </p:cNvPr>
          <p:cNvSpPr/>
          <p:nvPr userDrawn="1"/>
        </p:nvSpPr>
        <p:spPr>
          <a:xfrm>
            <a:off x="7268066" y="4798242"/>
            <a:ext cx="1338606" cy="1338606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9" name="Ovaal 28">
            <a:extLst>
              <a:ext uri="{FF2B5EF4-FFF2-40B4-BE49-F238E27FC236}">
                <a16:creationId xmlns:a16="http://schemas.microsoft.com/office/drawing/2014/main" id="{23384866-2540-D245-B707-A2226F6313DF}"/>
              </a:ext>
            </a:extLst>
          </p:cNvPr>
          <p:cNvSpPr/>
          <p:nvPr userDrawn="1"/>
        </p:nvSpPr>
        <p:spPr>
          <a:xfrm>
            <a:off x="3667027" y="4807669"/>
            <a:ext cx="1338606" cy="1338606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530653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en &amp; Tekst | Groen">
    <p:bg>
      <p:bgPr>
        <a:solidFill>
          <a:srgbClr val="63CB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hoek 11">
            <a:extLst>
              <a:ext uri="{FF2B5EF4-FFF2-40B4-BE49-F238E27FC236}">
                <a16:creationId xmlns:a16="http://schemas.microsoft.com/office/drawing/2014/main" id="{279CD5BA-F386-124B-A4D1-8B41F85A6164}"/>
              </a:ext>
            </a:extLst>
          </p:cNvPr>
          <p:cNvSpPr/>
          <p:nvPr userDrawn="1"/>
        </p:nvSpPr>
        <p:spPr>
          <a:xfrm>
            <a:off x="0" y="0"/>
            <a:ext cx="2141035" cy="1628078"/>
          </a:xfrm>
          <a:prstGeom prst="rect">
            <a:avLst/>
          </a:prstGeom>
          <a:solidFill>
            <a:srgbClr val="C9EB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7" name="Afbeelding 16">
            <a:extLst>
              <a:ext uri="{FF2B5EF4-FFF2-40B4-BE49-F238E27FC236}">
                <a16:creationId xmlns:a16="http://schemas.microsoft.com/office/drawing/2014/main" id="{A8E773D4-ADDB-3C4B-B3E5-E08A246956B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709827">
            <a:off x="126486" y="-4814678"/>
            <a:ext cx="9015640" cy="13563352"/>
          </a:xfrm>
          <a:prstGeom prst="rect">
            <a:avLst/>
          </a:prstGeom>
        </p:spPr>
      </p:pic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BACD7A5-CF40-CF43-B654-CCAFE3B14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B94A9BD-07F9-4A4E-8477-FBFC6E482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08EF245-6C83-5647-A151-79C12F2BF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E29634E8-D272-E74D-B810-166D25F35F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92048" y="1225048"/>
            <a:ext cx="4618191" cy="461819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CA1C413-9953-334F-BE14-8D9BB611D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0738" y="3159062"/>
            <a:ext cx="4088209" cy="1223214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8" name="Tijdelijke aanduiding voor inhoud 2">
            <a:extLst>
              <a:ext uri="{FF2B5EF4-FFF2-40B4-BE49-F238E27FC236}">
                <a16:creationId xmlns:a16="http://schemas.microsoft.com/office/drawing/2014/main" id="{35A92444-0E10-FE41-B455-8E6F27B4FFF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90742" y="487235"/>
            <a:ext cx="3322675" cy="962419"/>
          </a:xfrm>
        </p:spPr>
        <p:txBody>
          <a:bodyPr anchor="ctr">
            <a:normAutofit/>
          </a:bodyPr>
          <a:lstStyle>
            <a:lvl1pPr marL="0" indent="0" algn="r">
              <a:buNone/>
              <a:defRPr sz="2400" b="1" i="0">
                <a:solidFill>
                  <a:srgbClr val="03152D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19" name="Tijdelijke aanduiding voor inhoud 2">
            <a:extLst>
              <a:ext uri="{FF2B5EF4-FFF2-40B4-BE49-F238E27FC236}">
                <a16:creationId xmlns:a16="http://schemas.microsoft.com/office/drawing/2014/main" id="{A7877B26-810C-184F-9CEB-57FC8D330AC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664572" y="487235"/>
            <a:ext cx="3322675" cy="962419"/>
          </a:xfrm>
        </p:spPr>
        <p:txBody>
          <a:bodyPr anchor="ctr">
            <a:normAutofit/>
          </a:bodyPr>
          <a:lstStyle>
            <a:lvl1pPr marL="0" indent="0">
              <a:buNone/>
              <a:defRPr sz="2400" b="1">
                <a:solidFill>
                  <a:srgbClr val="03152D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0" name="Tijdelijke aanduiding voor inhoud 2">
            <a:extLst>
              <a:ext uri="{FF2B5EF4-FFF2-40B4-BE49-F238E27FC236}">
                <a16:creationId xmlns:a16="http://schemas.microsoft.com/office/drawing/2014/main" id="{223E44A2-4A62-9147-8656-C63B68EA237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190742" y="3660893"/>
            <a:ext cx="3322675" cy="956442"/>
          </a:xfrm>
        </p:spPr>
        <p:txBody>
          <a:bodyPr anchor="ctr">
            <a:normAutofit/>
          </a:bodyPr>
          <a:lstStyle>
            <a:lvl1pPr marL="0" indent="0" algn="r">
              <a:buNone/>
              <a:defRPr sz="2400" b="1" i="0">
                <a:solidFill>
                  <a:srgbClr val="03152D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1" name="Tijdelijke aanduiding voor inhoud 2">
            <a:extLst>
              <a:ext uri="{FF2B5EF4-FFF2-40B4-BE49-F238E27FC236}">
                <a16:creationId xmlns:a16="http://schemas.microsoft.com/office/drawing/2014/main" id="{0A436FAC-6EBA-7848-98D7-C3CA52A6EE2E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664572" y="3660893"/>
            <a:ext cx="3322675" cy="956442"/>
          </a:xfrm>
        </p:spPr>
        <p:txBody>
          <a:bodyPr anchor="ctr">
            <a:normAutofit/>
          </a:bodyPr>
          <a:lstStyle>
            <a:lvl1pPr marL="0" indent="0">
              <a:buNone/>
              <a:defRPr sz="2400" b="1">
                <a:solidFill>
                  <a:srgbClr val="03152D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3" name="Tijdelijke aanduiding voor inhoud 2">
            <a:extLst>
              <a:ext uri="{FF2B5EF4-FFF2-40B4-BE49-F238E27FC236}">
                <a16:creationId xmlns:a16="http://schemas.microsoft.com/office/drawing/2014/main" id="{49D2F99E-04BA-1B40-B205-D1413E0B39A9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187025" y="1554035"/>
            <a:ext cx="3322675" cy="1874965"/>
          </a:xfrm>
        </p:spPr>
        <p:txBody>
          <a:bodyPr anchor="ctr">
            <a:normAutofit/>
          </a:bodyPr>
          <a:lstStyle>
            <a:lvl1pPr marL="0" indent="0" algn="r">
              <a:buNone/>
              <a:defRPr sz="1800" b="0" i="0">
                <a:solidFill>
                  <a:srgbClr val="03152D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4" name="Tijdelijke aanduiding voor inhoud 2">
            <a:extLst>
              <a:ext uri="{FF2B5EF4-FFF2-40B4-BE49-F238E27FC236}">
                <a16:creationId xmlns:a16="http://schemas.microsoft.com/office/drawing/2014/main" id="{7E7132A0-9184-3641-A715-78DD3830E156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660855" y="1554035"/>
            <a:ext cx="3322675" cy="1874965"/>
          </a:xfrm>
        </p:spPr>
        <p:txBody>
          <a:bodyPr anchor="ctr">
            <a:normAutofit/>
          </a:bodyPr>
          <a:lstStyle>
            <a:lvl1pPr marL="0" indent="0">
              <a:buNone/>
              <a:defRPr sz="1800" b="0">
                <a:solidFill>
                  <a:srgbClr val="03152D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5" name="Tijdelijke aanduiding voor inhoud 2">
            <a:extLst>
              <a:ext uri="{FF2B5EF4-FFF2-40B4-BE49-F238E27FC236}">
                <a16:creationId xmlns:a16="http://schemas.microsoft.com/office/drawing/2014/main" id="{82C96EAE-98B1-AF4C-8712-699C6933178C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187025" y="4727692"/>
            <a:ext cx="3322675" cy="1863321"/>
          </a:xfrm>
        </p:spPr>
        <p:txBody>
          <a:bodyPr anchor="ctr">
            <a:normAutofit/>
          </a:bodyPr>
          <a:lstStyle>
            <a:lvl1pPr marL="0" indent="0" algn="r">
              <a:buNone/>
              <a:defRPr sz="1800" b="0" i="0">
                <a:solidFill>
                  <a:srgbClr val="03152D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6" name="Tijdelijke aanduiding voor inhoud 2">
            <a:extLst>
              <a:ext uri="{FF2B5EF4-FFF2-40B4-BE49-F238E27FC236}">
                <a16:creationId xmlns:a16="http://schemas.microsoft.com/office/drawing/2014/main" id="{F814F030-8D1C-3E46-881F-FB5F652D090A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8660855" y="4727692"/>
            <a:ext cx="3322675" cy="1863321"/>
          </a:xfrm>
        </p:spPr>
        <p:txBody>
          <a:bodyPr anchor="ctr">
            <a:normAutofit/>
          </a:bodyPr>
          <a:lstStyle>
            <a:lvl1pPr marL="0" indent="0">
              <a:buNone/>
              <a:defRPr sz="1800" b="0">
                <a:solidFill>
                  <a:srgbClr val="03152D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2" name="Ovaal 21">
            <a:extLst>
              <a:ext uri="{FF2B5EF4-FFF2-40B4-BE49-F238E27FC236}">
                <a16:creationId xmlns:a16="http://schemas.microsoft.com/office/drawing/2014/main" id="{37DE1F6A-D23F-684B-AC88-FA026BC3141C}"/>
              </a:ext>
            </a:extLst>
          </p:cNvPr>
          <p:cNvSpPr/>
          <p:nvPr userDrawn="1"/>
        </p:nvSpPr>
        <p:spPr>
          <a:xfrm>
            <a:off x="3667027" y="867266"/>
            <a:ext cx="1338606" cy="1338606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7" name="Ovaal 26">
            <a:extLst>
              <a:ext uri="{FF2B5EF4-FFF2-40B4-BE49-F238E27FC236}">
                <a16:creationId xmlns:a16="http://schemas.microsoft.com/office/drawing/2014/main" id="{2E55EE53-37F1-0B42-BA17-7B856D82AD56}"/>
              </a:ext>
            </a:extLst>
          </p:cNvPr>
          <p:cNvSpPr/>
          <p:nvPr userDrawn="1"/>
        </p:nvSpPr>
        <p:spPr>
          <a:xfrm>
            <a:off x="7268066" y="867266"/>
            <a:ext cx="1338606" cy="1338606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8" name="Ovaal 27">
            <a:extLst>
              <a:ext uri="{FF2B5EF4-FFF2-40B4-BE49-F238E27FC236}">
                <a16:creationId xmlns:a16="http://schemas.microsoft.com/office/drawing/2014/main" id="{F1FC1C2A-3A5E-4848-BA64-2BF5BF60EB94}"/>
              </a:ext>
            </a:extLst>
          </p:cNvPr>
          <p:cNvSpPr/>
          <p:nvPr userDrawn="1"/>
        </p:nvSpPr>
        <p:spPr>
          <a:xfrm>
            <a:off x="7268066" y="4798242"/>
            <a:ext cx="1338606" cy="1338606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9" name="Ovaal 28">
            <a:extLst>
              <a:ext uri="{FF2B5EF4-FFF2-40B4-BE49-F238E27FC236}">
                <a16:creationId xmlns:a16="http://schemas.microsoft.com/office/drawing/2014/main" id="{B93826AF-2106-C04B-A499-EEF64FC4E16C}"/>
              </a:ext>
            </a:extLst>
          </p:cNvPr>
          <p:cNvSpPr/>
          <p:nvPr userDrawn="1"/>
        </p:nvSpPr>
        <p:spPr>
          <a:xfrm>
            <a:off x="3667027" y="4807669"/>
            <a:ext cx="1338606" cy="1338606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486821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en &amp; Tekst | Donkerpaars">
    <p:bg>
      <p:bgPr>
        <a:solidFill>
          <a:srgbClr val="5E4E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BACD7A5-CF40-CF43-B654-CCAFE3B14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B94A9BD-07F9-4A4E-8477-FBFC6E482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08EF245-6C83-5647-A151-79C12F2BF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E29634E8-D272-E74D-B810-166D25F35F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89829" y="1121434"/>
            <a:ext cx="4988343" cy="4988343"/>
          </a:xfrm>
          <a:prstGeom prst="rect">
            <a:avLst/>
          </a:prstGeom>
        </p:spPr>
      </p:pic>
      <p:pic>
        <p:nvPicPr>
          <p:cNvPr id="22" name="Afbeelding 21">
            <a:extLst>
              <a:ext uri="{FF2B5EF4-FFF2-40B4-BE49-F238E27FC236}">
                <a16:creationId xmlns:a16="http://schemas.microsoft.com/office/drawing/2014/main" id="{C629BF82-BDD8-3040-BBA5-1438147F42B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2725929">
            <a:off x="-93956" y="-5014944"/>
            <a:ext cx="9104875" cy="136976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CA1C413-9953-334F-BE14-8D9BB611D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7407" y="2892194"/>
            <a:ext cx="4581698" cy="132556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16" name="Tijdelijke aanduiding voor inhoud 2">
            <a:extLst>
              <a:ext uri="{FF2B5EF4-FFF2-40B4-BE49-F238E27FC236}">
                <a16:creationId xmlns:a16="http://schemas.microsoft.com/office/drawing/2014/main" id="{32BE71C5-C6F9-0340-BBE0-54FE72DD0F8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90742" y="487235"/>
            <a:ext cx="3322675" cy="962419"/>
          </a:xfrm>
        </p:spPr>
        <p:txBody>
          <a:bodyPr anchor="ctr">
            <a:normAutofit/>
          </a:bodyPr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17" name="Tijdelijke aanduiding voor inhoud 2">
            <a:extLst>
              <a:ext uri="{FF2B5EF4-FFF2-40B4-BE49-F238E27FC236}">
                <a16:creationId xmlns:a16="http://schemas.microsoft.com/office/drawing/2014/main" id="{CA9926A3-91D2-4647-997E-6C1B0915E12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664572" y="487235"/>
            <a:ext cx="3322675" cy="962419"/>
          </a:xfrm>
        </p:spPr>
        <p:txBody>
          <a:bodyPr anchor="ctr"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3" name="Tijdelijke aanduiding voor inhoud 2">
            <a:extLst>
              <a:ext uri="{FF2B5EF4-FFF2-40B4-BE49-F238E27FC236}">
                <a16:creationId xmlns:a16="http://schemas.microsoft.com/office/drawing/2014/main" id="{BDC958F6-623B-894F-9A10-881B30104598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190742" y="3660893"/>
            <a:ext cx="3322675" cy="956442"/>
          </a:xfrm>
        </p:spPr>
        <p:txBody>
          <a:bodyPr anchor="ctr">
            <a:normAutofit/>
          </a:bodyPr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4" name="Tijdelijke aanduiding voor inhoud 2">
            <a:extLst>
              <a:ext uri="{FF2B5EF4-FFF2-40B4-BE49-F238E27FC236}">
                <a16:creationId xmlns:a16="http://schemas.microsoft.com/office/drawing/2014/main" id="{58CB6BBA-F48F-C448-81A8-3ADD7470F8AD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664572" y="3660893"/>
            <a:ext cx="3322675" cy="956442"/>
          </a:xfrm>
        </p:spPr>
        <p:txBody>
          <a:bodyPr anchor="ctr"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5" name="Tijdelijke aanduiding voor inhoud 2">
            <a:extLst>
              <a:ext uri="{FF2B5EF4-FFF2-40B4-BE49-F238E27FC236}">
                <a16:creationId xmlns:a16="http://schemas.microsoft.com/office/drawing/2014/main" id="{2D8830BD-388F-D944-9289-1EEB26CA5523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187025" y="1554035"/>
            <a:ext cx="3322675" cy="1874965"/>
          </a:xfrm>
        </p:spPr>
        <p:txBody>
          <a:bodyPr anchor="ctr">
            <a:normAutofit/>
          </a:bodyPr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6" name="Tijdelijke aanduiding voor inhoud 2">
            <a:extLst>
              <a:ext uri="{FF2B5EF4-FFF2-40B4-BE49-F238E27FC236}">
                <a16:creationId xmlns:a16="http://schemas.microsoft.com/office/drawing/2014/main" id="{3C6B44CB-F652-4B44-AFF0-87434367455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8660855" y="1554035"/>
            <a:ext cx="3322675" cy="1874965"/>
          </a:xfrm>
        </p:spPr>
        <p:txBody>
          <a:bodyPr anchor="ctr">
            <a:norm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7" name="Tijdelijke aanduiding voor inhoud 2">
            <a:extLst>
              <a:ext uri="{FF2B5EF4-FFF2-40B4-BE49-F238E27FC236}">
                <a16:creationId xmlns:a16="http://schemas.microsoft.com/office/drawing/2014/main" id="{D5646799-984E-0640-8B20-A83D37EA8417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187025" y="4727692"/>
            <a:ext cx="3322675" cy="1863321"/>
          </a:xfrm>
        </p:spPr>
        <p:txBody>
          <a:bodyPr anchor="ctr">
            <a:normAutofit/>
          </a:bodyPr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8" name="Tijdelijke aanduiding voor inhoud 2">
            <a:extLst>
              <a:ext uri="{FF2B5EF4-FFF2-40B4-BE49-F238E27FC236}">
                <a16:creationId xmlns:a16="http://schemas.microsoft.com/office/drawing/2014/main" id="{F23B0406-DA67-1343-BF36-8149D96E3355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8660855" y="4727692"/>
            <a:ext cx="3322675" cy="1863321"/>
          </a:xfrm>
        </p:spPr>
        <p:txBody>
          <a:bodyPr anchor="ctr">
            <a:norm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  <p:sp>
        <p:nvSpPr>
          <p:cNvPr id="20" name="Ovaal 19">
            <a:extLst>
              <a:ext uri="{FF2B5EF4-FFF2-40B4-BE49-F238E27FC236}">
                <a16:creationId xmlns:a16="http://schemas.microsoft.com/office/drawing/2014/main" id="{A7A5C2C7-0A7F-8742-A644-1364DF93717B}"/>
              </a:ext>
            </a:extLst>
          </p:cNvPr>
          <p:cNvSpPr/>
          <p:nvPr userDrawn="1"/>
        </p:nvSpPr>
        <p:spPr>
          <a:xfrm>
            <a:off x="3667027" y="867266"/>
            <a:ext cx="1338606" cy="1338606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1" name="Ovaal 20">
            <a:extLst>
              <a:ext uri="{FF2B5EF4-FFF2-40B4-BE49-F238E27FC236}">
                <a16:creationId xmlns:a16="http://schemas.microsoft.com/office/drawing/2014/main" id="{2A3370E9-6F36-8F42-BC29-FDEB8F6A2501}"/>
              </a:ext>
            </a:extLst>
          </p:cNvPr>
          <p:cNvSpPr/>
          <p:nvPr userDrawn="1"/>
        </p:nvSpPr>
        <p:spPr>
          <a:xfrm>
            <a:off x="7268066" y="867266"/>
            <a:ext cx="1338606" cy="1338606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9" name="Ovaal 28">
            <a:extLst>
              <a:ext uri="{FF2B5EF4-FFF2-40B4-BE49-F238E27FC236}">
                <a16:creationId xmlns:a16="http://schemas.microsoft.com/office/drawing/2014/main" id="{66FA1975-87DA-4045-8BA4-6D64E7A92FC8}"/>
              </a:ext>
            </a:extLst>
          </p:cNvPr>
          <p:cNvSpPr/>
          <p:nvPr userDrawn="1"/>
        </p:nvSpPr>
        <p:spPr>
          <a:xfrm>
            <a:off x="7268066" y="4798242"/>
            <a:ext cx="1338606" cy="1338606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0" name="Ovaal 29">
            <a:extLst>
              <a:ext uri="{FF2B5EF4-FFF2-40B4-BE49-F238E27FC236}">
                <a16:creationId xmlns:a16="http://schemas.microsoft.com/office/drawing/2014/main" id="{F4012500-2B67-E645-A064-18D8E06A7813}"/>
              </a:ext>
            </a:extLst>
          </p:cNvPr>
          <p:cNvSpPr/>
          <p:nvPr userDrawn="1"/>
        </p:nvSpPr>
        <p:spPr>
          <a:xfrm>
            <a:off x="3667027" y="4807669"/>
            <a:ext cx="1338606" cy="1338606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802693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a dia 16x | Donkerblauw">
    <p:bg>
      <p:bgPr>
        <a:solidFill>
          <a:srgbClr val="C9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el 1">
            <a:extLst>
              <a:ext uri="{FF2B5EF4-FFF2-40B4-BE49-F238E27FC236}">
                <a16:creationId xmlns:a16="http://schemas.microsoft.com/office/drawing/2014/main" id="{DCD945ED-B411-C348-9799-C4BA3523B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365125"/>
            <a:ext cx="3647722" cy="131691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pic>
        <p:nvPicPr>
          <p:cNvPr id="21" name="Afbeelding 20">
            <a:extLst>
              <a:ext uri="{FF2B5EF4-FFF2-40B4-BE49-F238E27FC236}">
                <a16:creationId xmlns:a16="http://schemas.microsoft.com/office/drawing/2014/main" id="{54517777-3BC5-104C-8DBD-E6715152B2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94666" y="-1459089"/>
            <a:ext cx="9831040" cy="9831040"/>
          </a:xfrm>
          <a:prstGeom prst="rect">
            <a:avLst/>
          </a:prstGeom>
        </p:spPr>
      </p:pic>
      <p:sp>
        <p:nvSpPr>
          <p:cNvPr id="24" name="Ondertitel 2">
            <a:extLst>
              <a:ext uri="{FF2B5EF4-FFF2-40B4-BE49-F238E27FC236}">
                <a16:creationId xmlns:a16="http://schemas.microsoft.com/office/drawing/2014/main" id="{E7FB1B8E-08F6-2047-B63C-9A9DE55DA2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0434" y="1722431"/>
            <a:ext cx="3182944" cy="1655762"/>
          </a:xfrm>
        </p:spPr>
        <p:txBody>
          <a:bodyPr lIns="0" tIns="0" rIns="0" bIns="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5322442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ema dia 16x | Donkerblauw">
    <p:bg>
      <p:bgPr>
        <a:solidFill>
          <a:srgbClr val="C9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itel 1">
            <a:extLst>
              <a:ext uri="{FF2B5EF4-FFF2-40B4-BE49-F238E27FC236}">
                <a16:creationId xmlns:a16="http://schemas.microsoft.com/office/drawing/2014/main" id="{DCD945ED-B411-C348-9799-C4BA3523B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2318103"/>
            <a:ext cx="3647722" cy="131691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24" name="Ondertitel 2">
            <a:extLst>
              <a:ext uri="{FF2B5EF4-FFF2-40B4-BE49-F238E27FC236}">
                <a16:creationId xmlns:a16="http://schemas.microsoft.com/office/drawing/2014/main" id="{E7FB1B8E-08F6-2047-B63C-9A9DE55DA2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0434" y="3675409"/>
            <a:ext cx="3182944" cy="1655762"/>
          </a:xfrm>
        </p:spPr>
        <p:txBody>
          <a:bodyPr lIns="0" tIns="0" rIns="0" bIns="0"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6F10413B-3B5F-AB46-AB37-080A261D22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2618322" y="-38264"/>
            <a:ext cx="4606566" cy="6930232"/>
          </a:xfrm>
          <a:prstGeom prst="rect">
            <a:avLst/>
          </a:prstGeom>
        </p:spPr>
      </p:pic>
      <p:sp>
        <p:nvSpPr>
          <p:cNvPr id="2" name="Rechthoek 1">
            <a:extLst>
              <a:ext uri="{FF2B5EF4-FFF2-40B4-BE49-F238E27FC236}">
                <a16:creationId xmlns:a16="http://schemas.microsoft.com/office/drawing/2014/main" id="{AE9FC00A-66F5-AE4A-9401-EB6041EB45EF}"/>
              </a:ext>
            </a:extLst>
          </p:cNvPr>
          <p:cNvSpPr/>
          <p:nvPr userDrawn="1"/>
        </p:nvSpPr>
        <p:spPr>
          <a:xfrm>
            <a:off x="7055555" y="-22578"/>
            <a:ext cx="5249333" cy="6987822"/>
          </a:xfrm>
          <a:prstGeom prst="rect">
            <a:avLst/>
          </a:prstGeom>
          <a:solidFill>
            <a:srgbClr val="0315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9947539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ma's dia | 12x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jdelijke aanduiding voor inhoud 2">
            <a:extLst>
              <a:ext uri="{FF2B5EF4-FFF2-40B4-BE49-F238E27FC236}">
                <a16:creationId xmlns:a16="http://schemas.microsoft.com/office/drawing/2014/main" id="{053D8DD4-A829-8D4B-8996-3785B228D247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560752" y="2359880"/>
            <a:ext cx="1840452" cy="553297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Chrono Medium" panose="020B0304000000010002" pitchFamily="34" charset="0"/>
              </a:defRPr>
            </a:lvl1pPr>
            <a:lvl2pPr>
              <a:defRPr>
                <a:solidFill>
                  <a:srgbClr val="03152D"/>
                </a:solidFill>
              </a:defRPr>
            </a:lvl2pPr>
            <a:lvl3pPr>
              <a:defRPr>
                <a:solidFill>
                  <a:srgbClr val="03152D"/>
                </a:solidFill>
              </a:defRPr>
            </a:lvl3pPr>
            <a:lvl4pPr>
              <a:defRPr>
                <a:solidFill>
                  <a:srgbClr val="03152D"/>
                </a:solidFill>
              </a:defRPr>
            </a:lvl4pPr>
            <a:lvl5pPr>
              <a:defRPr>
                <a:solidFill>
                  <a:srgbClr val="03152D"/>
                </a:solidFill>
              </a:defRPr>
            </a:lvl5pPr>
          </a:lstStyle>
          <a:p>
            <a:pPr lvl="0"/>
            <a:r>
              <a:rPr lang="nl-NL" dirty="0"/>
              <a:t>Schrijf hier je thema</a:t>
            </a:r>
          </a:p>
        </p:txBody>
      </p:sp>
      <p:sp>
        <p:nvSpPr>
          <p:cNvPr id="26" name="Tijdelijke aanduiding voor afbeelding 2">
            <a:extLst>
              <a:ext uri="{FF2B5EF4-FFF2-40B4-BE49-F238E27FC236}">
                <a16:creationId xmlns:a16="http://schemas.microsoft.com/office/drawing/2014/main" id="{ACF874B6-63D6-FE45-8855-A02A86F93FDD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767643" y="1247260"/>
            <a:ext cx="1411111" cy="107447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 dirty="0"/>
          </a:p>
        </p:txBody>
      </p:sp>
      <p:sp>
        <p:nvSpPr>
          <p:cNvPr id="35" name="Tijdelijke aanduiding voor inhoud 2">
            <a:extLst>
              <a:ext uri="{FF2B5EF4-FFF2-40B4-BE49-F238E27FC236}">
                <a16:creationId xmlns:a16="http://schemas.microsoft.com/office/drawing/2014/main" id="{CEB2A1B6-5D68-A449-A33A-DC87D445D568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560752" y="4045310"/>
            <a:ext cx="1840452" cy="553297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Chrono Medium" panose="020B0304000000010002" pitchFamily="34" charset="0"/>
              </a:defRPr>
            </a:lvl1pPr>
            <a:lvl2pPr>
              <a:defRPr>
                <a:solidFill>
                  <a:srgbClr val="03152D"/>
                </a:solidFill>
              </a:defRPr>
            </a:lvl2pPr>
            <a:lvl3pPr>
              <a:defRPr>
                <a:solidFill>
                  <a:srgbClr val="03152D"/>
                </a:solidFill>
              </a:defRPr>
            </a:lvl3pPr>
            <a:lvl4pPr>
              <a:defRPr>
                <a:solidFill>
                  <a:srgbClr val="03152D"/>
                </a:solidFill>
              </a:defRPr>
            </a:lvl4pPr>
            <a:lvl5pPr>
              <a:defRPr>
                <a:solidFill>
                  <a:srgbClr val="03152D"/>
                </a:solidFill>
              </a:defRPr>
            </a:lvl5pPr>
          </a:lstStyle>
          <a:p>
            <a:pPr lvl="0"/>
            <a:r>
              <a:rPr lang="nl-NL" dirty="0"/>
              <a:t>Schrijf hier je thema</a:t>
            </a:r>
          </a:p>
        </p:txBody>
      </p:sp>
      <p:sp>
        <p:nvSpPr>
          <p:cNvPr id="37" name="Tijdelijke aanduiding voor inhoud 2">
            <a:extLst>
              <a:ext uri="{FF2B5EF4-FFF2-40B4-BE49-F238E27FC236}">
                <a16:creationId xmlns:a16="http://schemas.microsoft.com/office/drawing/2014/main" id="{865878EC-F84C-6445-83C4-821F75180562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560752" y="5777670"/>
            <a:ext cx="1840452" cy="553297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Chrono Medium" panose="020B0304000000010002" pitchFamily="34" charset="0"/>
              </a:defRPr>
            </a:lvl1pPr>
            <a:lvl2pPr>
              <a:defRPr>
                <a:solidFill>
                  <a:srgbClr val="03152D"/>
                </a:solidFill>
              </a:defRPr>
            </a:lvl2pPr>
            <a:lvl3pPr>
              <a:defRPr>
                <a:solidFill>
                  <a:srgbClr val="03152D"/>
                </a:solidFill>
              </a:defRPr>
            </a:lvl3pPr>
            <a:lvl4pPr>
              <a:defRPr>
                <a:solidFill>
                  <a:srgbClr val="03152D"/>
                </a:solidFill>
              </a:defRPr>
            </a:lvl4pPr>
            <a:lvl5pPr>
              <a:defRPr>
                <a:solidFill>
                  <a:srgbClr val="03152D"/>
                </a:solidFill>
              </a:defRPr>
            </a:lvl5pPr>
          </a:lstStyle>
          <a:p>
            <a:pPr lvl="0"/>
            <a:r>
              <a:rPr lang="nl-NL" dirty="0"/>
              <a:t>Schrijf hier je thema</a:t>
            </a:r>
          </a:p>
        </p:txBody>
      </p:sp>
      <p:sp>
        <p:nvSpPr>
          <p:cNvPr id="39" name="Tijdelijke aanduiding voor inhoud 2">
            <a:extLst>
              <a:ext uri="{FF2B5EF4-FFF2-40B4-BE49-F238E27FC236}">
                <a16:creationId xmlns:a16="http://schemas.microsoft.com/office/drawing/2014/main" id="{0DA58053-E843-FC4B-9DB8-39183E6DA391}"/>
              </a:ext>
            </a:extLst>
          </p:cNvPr>
          <p:cNvSpPr>
            <a:spLocks noGrp="1"/>
          </p:cNvSpPr>
          <p:nvPr>
            <p:ph idx="22" hasCustomPrompt="1"/>
          </p:nvPr>
        </p:nvSpPr>
        <p:spPr>
          <a:xfrm>
            <a:off x="3325723" y="2346818"/>
            <a:ext cx="1840452" cy="553297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Chrono Medium" panose="020B0304000000010002" pitchFamily="34" charset="0"/>
              </a:defRPr>
            </a:lvl1pPr>
            <a:lvl2pPr>
              <a:defRPr>
                <a:solidFill>
                  <a:srgbClr val="03152D"/>
                </a:solidFill>
              </a:defRPr>
            </a:lvl2pPr>
            <a:lvl3pPr>
              <a:defRPr>
                <a:solidFill>
                  <a:srgbClr val="03152D"/>
                </a:solidFill>
              </a:defRPr>
            </a:lvl3pPr>
            <a:lvl4pPr>
              <a:defRPr>
                <a:solidFill>
                  <a:srgbClr val="03152D"/>
                </a:solidFill>
              </a:defRPr>
            </a:lvl4pPr>
            <a:lvl5pPr>
              <a:defRPr>
                <a:solidFill>
                  <a:srgbClr val="03152D"/>
                </a:solidFill>
              </a:defRPr>
            </a:lvl5pPr>
          </a:lstStyle>
          <a:p>
            <a:pPr lvl="0"/>
            <a:r>
              <a:rPr lang="nl-NL" dirty="0"/>
              <a:t>Schrijf hier je thema</a:t>
            </a:r>
          </a:p>
        </p:txBody>
      </p:sp>
      <p:sp>
        <p:nvSpPr>
          <p:cNvPr id="41" name="Tijdelijke aanduiding voor inhoud 2">
            <a:extLst>
              <a:ext uri="{FF2B5EF4-FFF2-40B4-BE49-F238E27FC236}">
                <a16:creationId xmlns:a16="http://schemas.microsoft.com/office/drawing/2014/main" id="{151A04C6-E4B4-9C48-9A16-C0958347EBF8}"/>
              </a:ext>
            </a:extLst>
          </p:cNvPr>
          <p:cNvSpPr>
            <a:spLocks noGrp="1"/>
          </p:cNvSpPr>
          <p:nvPr>
            <p:ph idx="24" hasCustomPrompt="1"/>
          </p:nvPr>
        </p:nvSpPr>
        <p:spPr>
          <a:xfrm>
            <a:off x="3325723" y="4032248"/>
            <a:ext cx="1840452" cy="553297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Chrono Medium" panose="020B0304000000010002" pitchFamily="34" charset="0"/>
              </a:defRPr>
            </a:lvl1pPr>
            <a:lvl2pPr>
              <a:defRPr>
                <a:solidFill>
                  <a:srgbClr val="03152D"/>
                </a:solidFill>
              </a:defRPr>
            </a:lvl2pPr>
            <a:lvl3pPr>
              <a:defRPr>
                <a:solidFill>
                  <a:srgbClr val="03152D"/>
                </a:solidFill>
              </a:defRPr>
            </a:lvl3pPr>
            <a:lvl4pPr>
              <a:defRPr>
                <a:solidFill>
                  <a:srgbClr val="03152D"/>
                </a:solidFill>
              </a:defRPr>
            </a:lvl4pPr>
            <a:lvl5pPr>
              <a:defRPr>
                <a:solidFill>
                  <a:srgbClr val="03152D"/>
                </a:solidFill>
              </a:defRPr>
            </a:lvl5pPr>
          </a:lstStyle>
          <a:p>
            <a:pPr lvl="0"/>
            <a:r>
              <a:rPr lang="nl-NL" dirty="0"/>
              <a:t>Schrijf hier je thema</a:t>
            </a:r>
          </a:p>
        </p:txBody>
      </p:sp>
      <p:sp>
        <p:nvSpPr>
          <p:cNvPr id="43" name="Tijdelijke aanduiding voor inhoud 2">
            <a:extLst>
              <a:ext uri="{FF2B5EF4-FFF2-40B4-BE49-F238E27FC236}">
                <a16:creationId xmlns:a16="http://schemas.microsoft.com/office/drawing/2014/main" id="{F20166D5-F29D-D54F-A989-F33F4CFBACF8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3325723" y="5764608"/>
            <a:ext cx="1840452" cy="553297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Chrono Medium" panose="020B0304000000010002" pitchFamily="34" charset="0"/>
              </a:defRPr>
            </a:lvl1pPr>
            <a:lvl2pPr>
              <a:defRPr>
                <a:solidFill>
                  <a:srgbClr val="03152D"/>
                </a:solidFill>
              </a:defRPr>
            </a:lvl2pPr>
            <a:lvl3pPr>
              <a:defRPr>
                <a:solidFill>
                  <a:srgbClr val="03152D"/>
                </a:solidFill>
              </a:defRPr>
            </a:lvl3pPr>
            <a:lvl4pPr>
              <a:defRPr>
                <a:solidFill>
                  <a:srgbClr val="03152D"/>
                </a:solidFill>
              </a:defRPr>
            </a:lvl4pPr>
            <a:lvl5pPr>
              <a:defRPr>
                <a:solidFill>
                  <a:srgbClr val="03152D"/>
                </a:solidFill>
              </a:defRPr>
            </a:lvl5pPr>
          </a:lstStyle>
          <a:p>
            <a:pPr lvl="0"/>
            <a:r>
              <a:rPr lang="nl-NL" dirty="0"/>
              <a:t>Schrijf hier je thema</a:t>
            </a:r>
          </a:p>
        </p:txBody>
      </p:sp>
      <p:sp>
        <p:nvSpPr>
          <p:cNvPr id="45" name="Tijdelijke aanduiding voor inhoud 2">
            <a:extLst>
              <a:ext uri="{FF2B5EF4-FFF2-40B4-BE49-F238E27FC236}">
                <a16:creationId xmlns:a16="http://schemas.microsoft.com/office/drawing/2014/main" id="{A143E330-160E-D349-99D8-77C7C1683F12}"/>
              </a:ext>
            </a:extLst>
          </p:cNvPr>
          <p:cNvSpPr>
            <a:spLocks noGrp="1"/>
          </p:cNvSpPr>
          <p:nvPr>
            <p:ph idx="28" hasCustomPrompt="1"/>
          </p:nvPr>
        </p:nvSpPr>
        <p:spPr>
          <a:xfrm>
            <a:off x="6129235" y="2346817"/>
            <a:ext cx="1840452" cy="553297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Chrono Medium" panose="020B0304000000010002" pitchFamily="34" charset="0"/>
              </a:defRPr>
            </a:lvl1pPr>
            <a:lvl2pPr>
              <a:defRPr>
                <a:solidFill>
                  <a:srgbClr val="03152D"/>
                </a:solidFill>
              </a:defRPr>
            </a:lvl2pPr>
            <a:lvl3pPr>
              <a:defRPr>
                <a:solidFill>
                  <a:srgbClr val="03152D"/>
                </a:solidFill>
              </a:defRPr>
            </a:lvl3pPr>
            <a:lvl4pPr>
              <a:defRPr>
                <a:solidFill>
                  <a:srgbClr val="03152D"/>
                </a:solidFill>
              </a:defRPr>
            </a:lvl4pPr>
            <a:lvl5pPr>
              <a:defRPr>
                <a:solidFill>
                  <a:srgbClr val="03152D"/>
                </a:solidFill>
              </a:defRPr>
            </a:lvl5pPr>
          </a:lstStyle>
          <a:p>
            <a:pPr lvl="0"/>
            <a:r>
              <a:rPr lang="nl-NL" dirty="0"/>
              <a:t>Schrijf hier je thema</a:t>
            </a:r>
          </a:p>
        </p:txBody>
      </p:sp>
      <p:sp>
        <p:nvSpPr>
          <p:cNvPr id="47" name="Tijdelijke aanduiding voor inhoud 2">
            <a:extLst>
              <a:ext uri="{FF2B5EF4-FFF2-40B4-BE49-F238E27FC236}">
                <a16:creationId xmlns:a16="http://schemas.microsoft.com/office/drawing/2014/main" id="{A02EAD8E-9C1F-9746-A6AD-6C28B4331522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6129235" y="4032247"/>
            <a:ext cx="1840452" cy="553297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Chrono Medium" panose="020B0304000000010002" pitchFamily="34" charset="0"/>
              </a:defRPr>
            </a:lvl1pPr>
            <a:lvl2pPr>
              <a:defRPr>
                <a:solidFill>
                  <a:srgbClr val="03152D"/>
                </a:solidFill>
              </a:defRPr>
            </a:lvl2pPr>
            <a:lvl3pPr>
              <a:defRPr>
                <a:solidFill>
                  <a:srgbClr val="03152D"/>
                </a:solidFill>
              </a:defRPr>
            </a:lvl3pPr>
            <a:lvl4pPr>
              <a:defRPr>
                <a:solidFill>
                  <a:srgbClr val="03152D"/>
                </a:solidFill>
              </a:defRPr>
            </a:lvl4pPr>
            <a:lvl5pPr>
              <a:defRPr>
                <a:solidFill>
                  <a:srgbClr val="03152D"/>
                </a:solidFill>
              </a:defRPr>
            </a:lvl5pPr>
          </a:lstStyle>
          <a:p>
            <a:pPr lvl="0"/>
            <a:r>
              <a:rPr lang="nl-NL" dirty="0"/>
              <a:t>Schrijf hier je thema</a:t>
            </a:r>
          </a:p>
        </p:txBody>
      </p:sp>
      <p:sp>
        <p:nvSpPr>
          <p:cNvPr id="49" name="Tijdelijke aanduiding voor inhoud 2">
            <a:extLst>
              <a:ext uri="{FF2B5EF4-FFF2-40B4-BE49-F238E27FC236}">
                <a16:creationId xmlns:a16="http://schemas.microsoft.com/office/drawing/2014/main" id="{8E899E02-71DD-1C4A-AAF6-19AD16B45262}"/>
              </a:ext>
            </a:extLst>
          </p:cNvPr>
          <p:cNvSpPr>
            <a:spLocks noGrp="1"/>
          </p:cNvSpPr>
          <p:nvPr>
            <p:ph idx="32" hasCustomPrompt="1"/>
          </p:nvPr>
        </p:nvSpPr>
        <p:spPr>
          <a:xfrm>
            <a:off x="6129235" y="5764607"/>
            <a:ext cx="1840452" cy="553297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Chrono Medium" panose="020B0304000000010002" pitchFamily="34" charset="0"/>
              </a:defRPr>
            </a:lvl1pPr>
            <a:lvl2pPr>
              <a:defRPr>
                <a:solidFill>
                  <a:srgbClr val="03152D"/>
                </a:solidFill>
              </a:defRPr>
            </a:lvl2pPr>
            <a:lvl3pPr>
              <a:defRPr>
                <a:solidFill>
                  <a:srgbClr val="03152D"/>
                </a:solidFill>
              </a:defRPr>
            </a:lvl3pPr>
            <a:lvl4pPr>
              <a:defRPr>
                <a:solidFill>
                  <a:srgbClr val="03152D"/>
                </a:solidFill>
              </a:defRPr>
            </a:lvl4pPr>
            <a:lvl5pPr>
              <a:defRPr>
                <a:solidFill>
                  <a:srgbClr val="03152D"/>
                </a:solidFill>
              </a:defRPr>
            </a:lvl5pPr>
          </a:lstStyle>
          <a:p>
            <a:pPr lvl="0"/>
            <a:r>
              <a:rPr lang="nl-NL" dirty="0"/>
              <a:t>Schrijf hier je thema</a:t>
            </a:r>
          </a:p>
        </p:txBody>
      </p:sp>
      <p:sp>
        <p:nvSpPr>
          <p:cNvPr id="51" name="Tijdelijke aanduiding voor inhoud 2">
            <a:extLst>
              <a:ext uri="{FF2B5EF4-FFF2-40B4-BE49-F238E27FC236}">
                <a16:creationId xmlns:a16="http://schemas.microsoft.com/office/drawing/2014/main" id="{E0FD4850-8EEF-B441-A396-DB5D25279B68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8741967" y="2351172"/>
            <a:ext cx="1840452" cy="553297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Chrono Medium" panose="020B0304000000010002" pitchFamily="34" charset="0"/>
              </a:defRPr>
            </a:lvl1pPr>
            <a:lvl2pPr>
              <a:defRPr>
                <a:solidFill>
                  <a:srgbClr val="03152D"/>
                </a:solidFill>
              </a:defRPr>
            </a:lvl2pPr>
            <a:lvl3pPr>
              <a:defRPr>
                <a:solidFill>
                  <a:srgbClr val="03152D"/>
                </a:solidFill>
              </a:defRPr>
            </a:lvl3pPr>
            <a:lvl4pPr>
              <a:defRPr>
                <a:solidFill>
                  <a:srgbClr val="03152D"/>
                </a:solidFill>
              </a:defRPr>
            </a:lvl4pPr>
            <a:lvl5pPr>
              <a:defRPr>
                <a:solidFill>
                  <a:srgbClr val="03152D"/>
                </a:solidFill>
              </a:defRPr>
            </a:lvl5pPr>
          </a:lstStyle>
          <a:p>
            <a:pPr lvl="0"/>
            <a:r>
              <a:rPr lang="nl-NL" dirty="0"/>
              <a:t>Schrijf hier je thema</a:t>
            </a:r>
          </a:p>
        </p:txBody>
      </p:sp>
      <p:sp>
        <p:nvSpPr>
          <p:cNvPr id="53" name="Tijdelijke aanduiding voor inhoud 2">
            <a:extLst>
              <a:ext uri="{FF2B5EF4-FFF2-40B4-BE49-F238E27FC236}">
                <a16:creationId xmlns:a16="http://schemas.microsoft.com/office/drawing/2014/main" id="{3512FF70-7842-1741-A3DE-6416D70437E2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8741967" y="4036602"/>
            <a:ext cx="1840452" cy="553297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Chrono Medium" panose="020B0304000000010002" pitchFamily="34" charset="0"/>
              </a:defRPr>
            </a:lvl1pPr>
            <a:lvl2pPr>
              <a:defRPr>
                <a:solidFill>
                  <a:srgbClr val="03152D"/>
                </a:solidFill>
              </a:defRPr>
            </a:lvl2pPr>
            <a:lvl3pPr>
              <a:defRPr>
                <a:solidFill>
                  <a:srgbClr val="03152D"/>
                </a:solidFill>
              </a:defRPr>
            </a:lvl3pPr>
            <a:lvl4pPr>
              <a:defRPr>
                <a:solidFill>
                  <a:srgbClr val="03152D"/>
                </a:solidFill>
              </a:defRPr>
            </a:lvl4pPr>
            <a:lvl5pPr>
              <a:defRPr>
                <a:solidFill>
                  <a:srgbClr val="03152D"/>
                </a:solidFill>
              </a:defRPr>
            </a:lvl5pPr>
          </a:lstStyle>
          <a:p>
            <a:pPr lvl="0"/>
            <a:r>
              <a:rPr lang="nl-NL" dirty="0"/>
              <a:t>Schrijf hier je thema</a:t>
            </a:r>
          </a:p>
        </p:txBody>
      </p:sp>
      <p:sp>
        <p:nvSpPr>
          <p:cNvPr id="55" name="Tijdelijke aanduiding voor inhoud 2">
            <a:extLst>
              <a:ext uri="{FF2B5EF4-FFF2-40B4-BE49-F238E27FC236}">
                <a16:creationId xmlns:a16="http://schemas.microsoft.com/office/drawing/2014/main" id="{9A93ACD7-1866-AE41-A4A0-F8FF7355AECC}"/>
              </a:ext>
            </a:extLst>
          </p:cNvPr>
          <p:cNvSpPr>
            <a:spLocks noGrp="1"/>
          </p:cNvSpPr>
          <p:nvPr>
            <p:ph idx="38" hasCustomPrompt="1"/>
          </p:nvPr>
        </p:nvSpPr>
        <p:spPr>
          <a:xfrm>
            <a:off x="8741967" y="5768962"/>
            <a:ext cx="1840452" cy="553297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Chrono Medium" panose="020B0304000000010002" pitchFamily="34" charset="0"/>
              </a:defRPr>
            </a:lvl1pPr>
            <a:lvl2pPr>
              <a:defRPr>
                <a:solidFill>
                  <a:srgbClr val="03152D"/>
                </a:solidFill>
              </a:defRPr>
            </a:lvl2pPr>
            <a:lvl3pPr>
              <a:defRPr>
                <a:solidFill>
                  <a:srgbClr val="03152D"/>
                </a:solidFill>
              </a:defRPr>
            </a:lvl3pPr>
            <a:lvl4pPr>
              <a:defRPr>
                <a:solidFill>
                  <a:srgbClr val="03152D"/>
                </a:solidFill>
              </a:defRPr>
            </a:lvl4pPr>
            <a:lvl5pPr>
              <a:defRPr>
                <a:solidFill>
                  <a:srgbClr val="03152D"/>
                </a:solidFill>
              </a:defRPr>
            </a:lvl5pPr>
          </a:lstStyle>
          <a:p>
            <a:pPr lvl="0"/>
            <a:r>
              <a:rPr lang="nl-NL" dirty="0"/>
              <a:t>Schrijf hier je thema</a:t>
            </a:r>
          </a:p>
        </p:txBody>
      </p:sp>
      <p:sp>
        <p:nvSpPr>
          <p:cNvPr id="27" name="Titel 1">
            <a:extLst>
              <a:ext uri="{FF2B5EF4-FFF2-40B4-BE49-F238E27FC236}">
                <a16:creationId xmlns:a16="http://schemas.microsoft.com/office/drawing/2014/main" id="{D8198035-7747-5D41-BF09-826C1E8C67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8500" y="365125"/>
            <a:ext cx="5397500" cy="8540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Korte titel</a:t>
            </a:r>
          </a:p>
        </p:txBody>
      </p:sp>
      <p:sp>
        <p:nvSpPr>
          <p:cNvPr id="28" name="Tijdelijke aanduiding voor afbeelding 2">
            <a:extLst>
              <a:ext uri="{FF2B5EF4-FFF2-40B4-BE49-F238E27FC236}">
                <a16:creationId xmlns:a16="http://schemas.microsoft.com/office/drawing/2014/main" id="{F8897A78-C3F7-4941-8539-0DB80C1F12D3}"/>
              </a:ext>
            </a:extLst>
          </p:cNvPr>
          <p:cNvSpPr>
            <a:spLocks noGrp="1"/>
          </p:cNvSpPr>
          <p:nvPr>
            <p:ph type="pic" idx="39"/>
          </p:nvPr>
        </p:nvSpPr>
        <p:spPr>
          <a:xfrm>
            <a:off x="3555998" y="1247260"/>
            <a:ext cx="1411111" cy="107447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 dirty="0"/>
          </a:p>
        </p:txBody>
      </p:sp>
      <p:sp>
        <p:nvSpPr>
          <p:cNvPr id="29" name="Tijdelijke aanduiding voor afbeelding 2">
            <a:extLst>
              <a:ext uri="{FF2B5EF4-FFF2-40B4-BE49-F238E27FC236}">
                <a16:creationId xmlns:a16="http://schemas.microsoft.com/office/drawing/2014/main" id="{EFFEFE80-9703-7A4A-B95B-D92B2A67AC95}"/>
              </a:ext>
            </a:extLst>
          </p:cNvPr>
          <p:cNvSpPr>
            <a:spLocks noGrp="1"/>
          </p:cNvSpPr>
          <p:nvPr>
            <p:ph type="pic" idx="40"/>
          </p:nvPr>
        </p:nvSpPr>
        <p:spPr>
          <a:xfrm>
            <a:off x="6344350" y="1247260"/>
            <a:ext cx="1411111" cy="107447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 dirty="0"/>
          </a:p>
        </p:txBody>
      </p:sp>
      <p:sp>
        <p:nvSpPr>
          <p:cNvPr id="30" name="Tijdelijke aanduiding voor afbeelding 2">
            <a:extLst>
              <a:ext uri="{FF2B5EF4-FFF2-40B4-BE49-F238E27FC236}">
                <a16:creationId xmlns:a16="http://schemas.microsoft.com/office/drawing/2014/main" id="{CF011AE8-5B72-AD43-BD78-4EB2562405B7}"/>
              </a:ext>
            </a:extLst>
          </p:cNvPr>
          <p:cNvSpPr>
            <a:spLocks noGrp="1"/>
          </p:cNvSpPr>
          <p:nvPr>
            <p:ph type="pic" idx="41"/>
          </p:nvPr>
        </p:nvSpPr>
        <p:spPr>
          <a:xfrm>
            <a:off x="8985949" y="1247260"/>
            <a:ext cx="1411111" cy="107447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 dirty="0"/>
          </a:p>
        </p:txBody>
      </p:sp>
      <p:sp>
        <p:nvSpPr>
          <p:cNvPr id="31" name="Tijdelijke aanduiding voor afbeelding 2">
            <a:extLst>
              <a:ext uri="{FF2B5EF4-FFF2-40B4-BE49-F238E27FC236}">
                <a16:creationId xmlns:a16="http://schemas.microsoft.com/office/drawing/2014/main" id="{51F2F9D1-7472-674E-9350-64AA322818BC}"/>
              </a:ext>
            </a:extLst>
          </p:cNvPr>
          <p:cNvSpPr>
            <a:spLocks noGrp="1"/>
          </p:cNvSpPr>
          <p:nvPr>
            <p:ph type="pic" idx="42"/>
          </p:nvPr>
        </p:nvSpPr>
        <p:spPr>
          <a:xfrm>
            <a:off x="767643" y="2940591"/>
            <a:ext cx="1411111" cy="107447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 dirty="0"/>
          </a:p>
        </p:txBody>
      </p:sp>
      <p:sp>
        <p:nvSpPr>
          <p:cNvPr id="32" name="Tijdelijke aanduiding voor afbeelding 2">
            <a:extLst>
              <a:ext uri="{FF2B5EF4-FFF2-40B4-BE49-F238E27FC236}">
                <a16:creationId xmlns:a16="http://schemas.microsoft.com/office/drawing/2014/main" id="{0A10D8BC-5105-D847-83A4-B875B4C49161}"/>
              </a:ext>
            </a:extLst>
          </p:cNvPr>
          <p:cNvSpPr>
            <a:spLocks noGrp="1"/>
          </p:cNvSpPr>
          <p:nvPr>
            <p:ph type="pic" idx="43"/>
          </p:nvPr>
        </p:nvSpPr>
        <p:spPr>
          <a:xfrm>
            <a:off x="3555998" y="2940591"/>
            <a:ext cx="1411111" cy="107447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 dirty="0"/>
          </a:p>
        </p:txBody>
      </p:sp>
      <p:sp>
        <p:nvSpPr>
          <p:cNvPr id="33" name="Tijdelijke aanduiding voor afbeelding 2">
            <a:extLst>
              <a:ext uri="{FF2B5EF4-FFF2-40B4-BE49-F238E27FC236}">
                <a16:creationId xmlns:a16="http://schemas.microsoft.com/office/drawing/2014/main" id="{3C9D90C4-F3FB-2645-85E7-E14E445C8775}"/>
              </a:ext>
            </a:extLst>
          </p:cNvPr>
          <p:cNvSpPr>
            <a:spLocks noGrp="1"/>
          </p:cNvSpPr>
          <p:nvPr>
            <p:ph type="pic" idx="44"/>
          </p:nvPr>
        </p:nvSpPr>
        <p:spPr>
          <a:xfrm>
            <a:off x="6344350" y="2940591"/>
            <a:ext cx="1411111" cy="107447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 dirty="0"/>
          </a:p>
        </p:txBody>
      </p:sp>
      <p:sp>
        <p:nvSpPr>
          <p:cNvPr id="34" name="Tijdelijke aanduiding voor afbeelding 2">
            <a:extLst>
              <a:ext uri="{FF2B5EF4-FFF2-40B4-BE49-F238E27FC236}">
                <a16:creationId xmlns:a16="http://schemas.microsoft.com/office/drawing/2014/main" id="{D0D1C4D4-71A9-CE45-B329-8FBE19C9F366}"/>
              </a:ext>
            </a:extLst>
          </p:cNvPr>
          <p:cNvSpPr>
            <a:spLocks noGrp="1"/>
          </p:cNvSpPr>
          <p:nvPr>
            <p:ph type="pic" idx="45"/>
          </p:nvPr>
        </p:nvSpPr>
        <p:spPr>
          <a:xfrm>
            <a:off x="8985949" y="2940591"/>
            <a:ext cx="1411111" cy="107447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 dirty="0"/>
          </a:p>
        </p:txBody>
      </p:sp>
      <p:sp>
        <p:nvSpPr>
          <p:cNvPr id="58" name="Tijdelijke aanduiding voor afbeelding 2">
            <a:extLst>
              <a:ext uri="{FF2B5EF4-FFF2-40B4-BE49-F238E27FC236}">
                <a16:creationId xmlns:a16="http://schemas.microsoft.com/office/drawing/2014/main" id="{ACB3A36A-92C7-4E4B-A102-8EAB57D52026}"/>
              </a:ext>
            </a:extLst>
          </p:cNvPr>
          <p:cNvSpPr>
            <a:spLocks noGrp="1"/>
          </p:cNvSpPr>
          <p:nvPr>
            <p:ph type="pic" idx="46"/>
          </p:nvPr>
        </p:nvSpPr>
        <p:spPr>
          <a:xfrm>
            <a:off x="767643" y="4667791"/>
            <a:ext cx="1411111" cy="107447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 dirty="0"/>
          </a:p>
        </p:txBody>
      </p:sp>
      <p:sp>
        <p:nvSpPr>
          <p:cNvPr id="59" name="Tijdelijke aanduiding voor afbeelding 2">
            <a:extLst>
              <a:ext uri="{FF2B5EF4-FFF2-40B4-BE49-F238E27FC236}">
                <a16:creationId xmlns:a16="http://schemas.microsoft.com/office/drawing/2014/main" id="{2388A56B-83D8-2649-80AF-0FF046D6E83B}"/>
              </a:ext>
            </a:extLst>
          </p:cNvPr>
          <p:cNvSpPr>
            <a:spLocks noGrp="1"/>
          </p:cNvSpPr>
          <p:nvPr>
            <p:ph type="pic" idx="47"/>
          </p:nvPr>
        </p:nvSpPr>
        <p:spPr>
          <a:xfrm>
            <a:off x="3555998" y="4667790"/>
            <a:ext cx="1411111" cy="107447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 dirty="0"/>
          </a:p>
        </p:txBody>
      </p:sp>
      <p:sp>
        <p:nvSpPr>
          <p:cNvPr id="60" name="Tijdelijke aanduiding voor afbeelding 2">
            <a:extLst>
              <a:ext uri="{FF2B5EF4-FFF2-40B4-BE49-F238E27FC236}">
                <a16:creationId xmlns:a16="http://schemas.microsoft.com/office/drawing/2014/main" id="{387027DB-0593-3649-89B3-6CD866218DE1}"/>
              </a:ext>
            </a:extLst>
          </p:cNvPr>
          <p:cNvSpPr>
            <a:spLocks noGrp="1"/>
          </p:cNvSpPr>
          <p:nvPr>
            <p:ph type="pic" idx="48"/>
          </p:nvPr>
        </p:nvSpPr>
        <p:spPr>
          <a:xfrm>
            <a:off x="6344350" y="4667790"/>
            <a:ext cx="1411111" cy="107447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 dirty="0"/>
          </a:p>
        </p:txBody>
      </p:sp>
      <p:sp>
        <p:nvSpPr>
          <p:cNvPr id="61" name="Tijdelijke aanduiding voor afbeelding 2">
            <a:extLst>
              <a:ext uri="{FF2B5EF4-FFF2-40B4-BE49-F238E27FC236}">
                <a16:creationId xmlns:a16="http://schemas.microsoft.com/office/drawing/2014/main" id="{17D36359-1ACE-914F-B6C2-921BA96D7D22}"/>
              </a:ext>
            </a:extLst>
          </p:cNvPr>
          <p:cNvSpPr>
            <a:spLocks noGrp="1"/>
          </p:cNvSpPr>
          <p:nvPr>
            <p:ph type="pic" idx="49"/>
          </p:nvPr>
        </p:nvSpPr>
        <p:spPr>
          <a:xfrm>
            <a:off x="8985949" y="4667790"/>
            <a:ext cx="1411111" cy="107447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 dirty="0"/>
          </a:p>
        </p:txBody>
      </p:sp>
      <p:sp>
        <p:nvSpPr>
          <p:cNvPr id="62" name="Tijdelijke aanduiding voor afbeelding 2">
            <a:extLst>
              <a:ext uri="{FF2B5EF4-FFF2-40B4-BE49-F238E27FC236}">
                <a16:creationId xmlns:a16="http://schemas.microsoft.com/office/drawing/2014/main" id="{F9391C6C-EF7C-4C4C-BBF7-7D0523B92ABB}"/>
              </a:ext>
            </a:extLst>
          </p:cNvPr>
          <p:cNvSpPr>
            <a:spLocks noGrp="1"/>
          </p:cNvSpPr>
          <p:nvPr>
            <p:ph type="pic" idx="50"/>
          </p:nvPr>
        </p:nvSpPr>
        <p:spPr>
          <a:xfrm>
            <a:off x="767643" y="4667790"/>
            <a:ext cx="1411111" cy="1074473"/>
          </a:xfrm>
        </p:spPr>
        <p:txBody>
          <a:bodyPr>
            <a:normAutofit/>
          </a:bodyPr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 dirty="0"/>
          </a:p>
        </p:txBody>
      </p:sp>
      <p:pic>
        <p:nvPicPr>
          <p:cNvPr id="67" name="Afbeelding 66">
            <a:extLst>
              <a:ext uri="{FF2B5EF4-FFF2-40B4-BE49-F238E27FC236}">
                <a16:creationId xmlns:a16="http://schemas.microsoft.com/office/drawing/2014/main" id="{E394C83B-4533-C548-B82B-0B7F7FEB57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6731" t="32340" b="30944"/>
          <a:stretch/>
        </p:blipFill>
        <p:spPr>
          <a:xfrm rot="10800000">
            <a:off x="5578246" y="-3"/>
            <a:ext cx="6613753" cy="6858001"/>
          </a:xfrm>
          <a:prstGeom prst="rect">
            <a:avLst/>
          </a:prstGeom>
        </p:spPr>
      </p:pic>
      <p:pic>
        <p:nvPicPr>
          <p:cNvPr id="68" name="Afbeelding 67">
            <a:extLst>
              <a:ext uri="{FF2B5EF4-FFF2-40B4-BE49-F238E27FC236}">
                <a16:creationId xmlns:a16="http://schemas.microsoft.com/office/drawing/2014/main" id="{2B93234C-8312-3140-A358-221F946428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7365" t="41666"/>
          <a:stretch/>
        </p:blipFill>
        <p:spPr>
          <a:xfrm rot="16200000">
            <a:off x="-90310" y="4317996"/>
            <a:ext cx="2630316" cy="2449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9986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ema dia 16x | Licht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Rechte verbindingslijn 2">
            <a:extLst>
              <a:ext uri="{FF2B5EF4-FFF2-40B4-BE49-F238E27FC236}">
                <a16:creationId xmlns:a16="http://schemas.microsoft.com/office/drawing/2014/main" id="{D48D94EA-6E4F-E84C-AF3E-4EBDAC5E3BC5}"/>
              </a:ext>
            </a:extLst>
          </p:cNvPr>
          <p:cNvCxnSpPr/>
          <p:nvPr userDrawn="1"/>
        </p:nvCxnSpPr>
        <p:spPr>
          <a:xfrm>
            <a:off x="0" y="2200762"/>
            <a:ext cx="12192000" cy="0"/>
          </a:xfrm>
          <a:prstGeom prst="line">
            <a:avLst/>
          </a:prstGeom>
          <a:ln>
            <a:solidFill>
              <a:srgbClr val="03152D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hthoek 10">
            <a:extLst>
              <a:ext uri="{FF2B5EF4-FFF2-40B4-BE49-F238E27FC236}">
                <a16:creationId xmlns:a16="http://schemas.microsoft.com/office/drawing/2014/main" id="{CC29D382-D458-FA47-9A59-97E876D87F3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8DDE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ctr"/>
          <a:lstStyle/>
          <a:p>
            <a:pPr algn="ctr"/>
            <a:endParaRPr lang="nl-NL"/>
          </a:p>
        </p:txBody>
      </p:sp>
      <p:sp>
        <p:nvSpPr>
          <p:cNvPr id="26" name="Tijdelijke aanduiding voor inhoud 2">
            <a:extLst>
              <a:ext uri="{FF2B5EF4-FFF2-40B4-BE49-F238E27FC236}">
                <a16:creationId xmlns:a16="http://schemas.microsoft.com/office/drawing/2014/main" id="{A0F7201F-C921-5C4E-9463-889F0B5C0AB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1176737" y="2137780"/>
            <a:ext cx="1845434" cy="3999550"/>
          </a:xfrm>
          <a:solidFill>
            <a:schemeClr val="accent6"/>
          </a:solidFill>
          <a:effectLst>
            <a:softEdge rad="0"/>
          </a:effectLst>
        </p:spPr>
        <p:txBody>
          <a:bodyPr lIns="72000" tIns="180000" rIns="72000" bIns="108000" anchor="t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Chrono Medium" panose="020B0304000000010002" pitchFamily="34" charset="0"/>
              </a:defRPr>
            </a:lvl1pPr>
            <a:lvl2pPr>
              <a:defRPr>
                <a:solidFill>
                  <a:srgbClr val="03152D"/>
                </a:solidFill>
              </a:defRPr>
            </a:lvl2pPr>
            <a:lvl3pPr>
              <a:defRPr>
                <a:solidFill>
                  <a:srgbClr val="03152D"/>
                </a:solidFill>
              </a:defRPr>
            </a:lvl3pPr>
            <a:lvl4pPr>
              <a:defRPr>
                <a:solidFill>
                  <a:srgbClr val="03152D"/>
                </a:solidFill>
              </a:defRPr>
            </a:lvl4pPr>
            <a:lvl5pPr>
              <a:defRPr>
                <a:solidFill>
                  <a:srgbClr val="03152D"/>
                </a:solidFill>
              </a:defRPr>
            </a:lvl5pPr>
          </a:lstStyle>
          <a:p>
            <a:pPr lvl="0"/>
            <a:r>
              <a:rPr lang="nl-NL" dirty="0"/>
              <a:t>Fase 1</a:t>
            </a:r>
          </a:p>
        </p:txBody>
      </p:sp>
      <p:sp>
        <p:nvSpPr>
          <p:cNvPr id="30" name="Tijdelijke aanduiding voor inhoud 2">
            <a:extLst>
              <a:ext uri="{FF2B5EF4-FFF2-40B4-BE49-F238E27FC236}">
                <a16:creationId xmlns:a16="http://schemas.microsoft.com/office/drawing/2014/main" id="{C8DCC741-E107-9842-A218-35B9425B2881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4117618" y="2137780"/>
            <a:ext cx="1845434" cy="4060810"/>
          </a:xfrm>
          <a:solidFill>
            <a:schemeClr val="accent6"/>
          </a:solidFill>
          <a:effectLst>
            <a:softEdge rad="0"/>
          </a:effectLst>
        </p:spPr>
        <p:txBody>
          <a:bodyPr lIns="72000" tIns="180000" rIns="72000" bIns="108000" anchor="t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Chrono Medium" panose="020B0304000000010002" pitchFamily="34" charset="0"/>
              </a:defRPr>
            </a:lvl1pPr>
            <a:lvl2pPr>
              <a:defRPr>
                <a:solidFill>
                  <a:srgbClr val="03152D"/>
                </a:solidFill>
              </a:defRPr>
            </a:lvl2pPr>
            <a:lvl3pPr>
              <a:defRPr>
                <a:solidFill>
                  <a:srgbClr val="03152D"/>
                </a:solidFill>
              </a:defRPr>
            </a:lvl3pPr>
            <a:lvl4pPr>
              <a:defRPr>
                <a:solidFill>
                  <a:srgbClr val="03152D"/>
                </a:solidFill>
              </a:defRPr>
            </a:lvl4pPr>
            <a:lvl5pPr>
              <a:defRPr>
                <a:solidFill>
                  <a:srgbClr val="03152D"/>
                </a:solidFill>
              </a:defRPr>
            </a:lvl5pPr>
          </a:lstStyle>
          <a:p>
            <a:pPr lvl="0"/>
            <a:r>
              <a:rPr lang="nl-NL" dirty="0"/>
              <a:t>Fase 2</a:t>
            </a:r>
          </a:p>
        </p:txBody>
      </p:sp>
      <p:sp>
        <p:nvSpPr>
          <p:cNvPr id="34" name="Tijdelijke aanduiding voor inhoud 2">
            <a:extLst>
              <a:ext uri="{FF2B5EF4-FFF2-40B4-BE49-F238E27FC236}">
                <a16:creationId xmlns:a16="http://schemas.microsoft.com/office/drawing/2014/main" id="{ADB416B6-2E05-B042-A2AF-09C4DF1258C6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7058499" y="2137780"/>
            <a:ext cx="1845434" cy="4020087"/>
          </a:xfrm>
          <a:solidFill>
            <a:schemeClr val="accent6"/>
          </a:solidFill>
          <a:effectLst>
            <a:softEdge rad="0"/>
          </a:effectLst>
        </p:spPr>
        <p:txBody>
          <a:bodyPr lIns="72000" tIns="180000" rIns="72000" bIns="108000" anchor="t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Chrono Medium" panose="020B0304000000010002" pitchFamily="34" charset="0"/>
              </a:defRPr>
            </a:lvl1pPr>
            <a:lvl2pPr>
              <a:defRPr>
                <a:solidFill>
                  <a:srgbClr val="03152D"/>
                </a:solidFill>
              </a:defRPr>
            </a:lvl2pPr>
            <a:lvl3pPr>
              <a:defRPr>
                <a:solidFill>
                  <a:srgbClr val="03152D"/>
                </a:solidFill>
              </a:defRPr>
            </a:lvl3pPr>
            <a:lvl4pPr>
              <a:defRPr>
                <a:solidFill>
                  <a:srgbClr val="03152D"/>
                </a:solidFill>
              </a:defRPr>
            </a:lvl4pPr>
            <a:lvl5pPr>
              <a:defRPr>
                <a:solidFill>
                  <a:srgbClr val="03152D"/>
                </a:solidFill>
              </a:defRPr>
            </a:lvl5pPr>
          </a:lstStyle>
          <a:p>
            <a:pPr lvl="0"/>
            <a:r>
              <a:rPr lang="nl-NL" dirty="0"/>
              <a:t>Fase 3</a:t>
            </a:r>
          </a:p>
        </p:txBody>
      </p:sp>
      <p:sp>
        <p:nvSpPr>
          <p:cNvPr id="38" name="Tijdelijke aanduiding voor inhoud 2">
            <a:extLst>
              <a:ext uri="{FF2B5EF4-FFF2-40B4-BE49-F238E27FC236}">
                <a16:creationId xmlns:a16="http://schemas.microsoft.com/office/drawing/2014/main" id="{6B9A8617-8BDF-8A40-BCEA-327ECC83016B}"/>
              </a:ext>
            </a:extLst>
          </p:cNvPr>
          <p:cNvSpPr>
            <a:spLocks noGrp="1"/>
          </p:cNvSpPr>
          <p:nvPr>
            <p:ph idx="31" hasCustomPrompt="1"/>
          </p:nvPr>
        </p:nvSpPr>
        <p:spPr>
          <a:xfrm>
            <a:off x="9999380" y="2137780"/>
            <a:ext cx="1845434" cy="4042525"/>
          </a:xfrm>
          <a:solidFill>
            <a:schemeClr val="accent6"/>
          </a:solidFill>
          <a:effectLst>
            <a:softEdge rad="0"/>
          </a:effectLst>
        </p:spPr>
        <p:txBody>
          <a:bodyPr lIns="72000" tIns="180000" rIns="72000" bIns="108000" anchor="t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  <a:latin typeface="Chrono Medium" panose="020B0304000000010002" pitchFamily="34" charset="0"/>
              </a:defRPr>
            </a:lvl1pPr>
            <a:lvl2pPr>
              <a:defRPr>
                <a:solidFill>
                  <a:srgbClr val="03152D"/>
                </a:solidFill>
              </a:defRPr>
            </a:lvl2pPr>
            <a:lvl3pPr>
              <a:defRPr>
                <a:solidFill>
                  <a:srgbClr val="03152D"/>
                </a:solidFill>
              </a:defRPr>
            </a:lvl3pPr>
            <a:lvl4pPr>
              <a:defRPr>
                <a:solidFill>
                  <a:srgbClr val="03152D"/>
                </a:solidFill>
              </a:defRPr>
            </a:lvl4pPr>
            <a:lvl5pPr>
              <a:defRPr>
                <a:solidFill>
                  <a:srgbClr val="03152D"/>
                </a:solidFill>
              </a:defRPr>
            </a:lvl5pPr>
          </a:lstStyle>
          <a:p>
            <a:pPr lvl="0"/>
            <a:r>
              <a:rPr lang="nl-NL" dirty="0"/>
              <a:t>Fase 4</a:t>
            </a:r>
          </a:p>
        </p:txBody>
      </p:sp>
      <p:sp>
        <p:nvSpPr>
          <p:cNvPr id="40" name="Titel 1">
            <a:extLst>
              <a:ext uri="{FF2B5EF4-FFF2-40B4-BE49-F238E27FC236}">
                <a16:creationId xmlns:a16="http://schemas.microsoft.com/office/drawing/2014/main" id="{92ACF799-7B86-2445-836A-C91065286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365125"/>
            <a:ext cx="10998200" cy="930275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21" name="Ovaal 20">
            <a:extLst>
              <a:ext uri="{FF2B5EF4-FFF2-40B4-BE49-F238E27FC236}">
                <a16:creationId xmlns:a16="http://schemas.microsoft.com/office/drawing/2014/main" id="{BA3EA5E0-D10B-DB44-9578-24EA027D8FEA}"/>
              </a:ext>
            </a:extLst>
          </p:cNvPr>
          <p:cNvSpPr/>
          <p:nvPr userDrawn="1"/>
        </p:nvSpPr>
        <p:spPr>
          <a:xfrm>
            <a:off x="170481" y="1790057"/>
            <a:ext cx="836909" cy="836909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3" name="Ovaal 22">
            <a:extLst>
              <a:ext uri="{FF2B5EF4-FFF2-40B4-BE49-F238E27FC236}">
                <a16:creationId xmlns:a16="http://schemas.microsoft.com/office/drawing/2014/main" id="{052041DC-BC78-8B41-BDEE-87CC8566E496}"/>
              </a:ext>
            </a:extLst>
          </p:cNvPr>
          <p:cNvSpPr/>
          <p:nvPr userDrawn="1"/>
        </p:nvSpPr>
        <p:spPr>
          <a:xfrm>
            <a:off x="3159071" y="1790057"/>
            <a:ext cx="836909" cy="836909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1" name="Ovaal 40">
            <a:extLst>
              <a:ext uri="{FF2B5EF4-FFF2-40B4-BE49-F238E27FC236}">
                <a16:creationId xmlns:a16="http://schemas.microsoft.com/office/drawing/2014/main" id="{B0B916FF-2FBD-194E-932C-96F4EADE53E1}"/>
              </a:ext>
            </a:extLst>
          </p:cNvPr>
          <p:cNvSpPr/>
          <p:nvPr userDrawn="1"/>
        </p:nvSpPr>
        <p:spPr>
          <a:xfrm>
            <a:off x="6101166" y="1790057"/>
            <a:ext cx="836909" cy="836909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2" name="Ovaal 41">
            <a:extLst>
              <a:ext uri="{FF2B5EF4-FFF2-40B4-BE49-F238E27FC236}">
                <a16:creationId xmlns:a16="http://schemas.microsoft.com/office/drawing/2014/main" id="{E5382E50-A9FF-5E4F-B12A-4DF6EEA14AF1}"/>
              </a:ext>
            </a:extLst>
          </p:cNvPr>
          <p:cNvSpPr/>
          <p:nvPr userDrawn="1"/>
        </p:nvSpPr>
        <p:spPr>
          <a:xfrm>
            <a:off x="9043261" y="1790057"/>
            <a:ext cx="836909" cy="836909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3" name="Tijdelijke aanduiding voor inhoud 2">
            <a:extLst>
              <a:ext uri="{FF2B5EF4-FFF2-40B4-BE49-F238E27FC236}">
                <a16:creationId xmlns:a16="http://schemas.microsoft.com/office/drawing/2014/main" id="{F10764D6-78FC-0646-8F30-EFB83E6E4EBF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1252665" y="5811863"/>
            <a:ext cx="1707511" cy="298701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Doorlooptijd</a:t>
            </a:r>
          </a:p>
        </p:txBody>
      </p:sp>
      <p:sp>
        <p:nvSpPr>
          <p:cNvPr id="45" name="Tijdelijke aanduiding voor inhoud 2">
            <a:extLst>
              <a:ext uri="{FF2B5EF4-FFF2-40B4-BE49-F238E27FC236}">
                <a16:creationId xmlns:a16="http://schemas.microsoft.com/office/drawing/2014/main" id="{8DE0D440-6024-3A49-A196-A02D2011ECFE}"/>
              </a:ext>
            </a:extLst>
          </p:cNvPr>
          <p:cNvSpPr>
            <a:spLocks noGrp="1"/>
          </p:cNvSpPr>
          <p:nvPr>
            <p:ph idx="32" hasCustomPrompt="1"/>
          </p:nvPr>
        </p:nvSpPr>
        <p:spPr>
          <a:xfrm>
            <a:off x="4194760" y="5793781"/>
            <a:ext cx="1707511" cy="298701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Doorlooptijd</a:t>
            </a:r>
          </a:p>
        </p:txBody>
      </p:sp>
      <p:sp>
        <p:nvSpPr>
          <p:cNvPr id="46" name="Tijdelijke aanduiding voor inhoud 2">
            <a:extLst>
              <a:ext uri="{FF2B5EF4-FFF2-40B4-BE49-F238E27FC236}">
                <a16:creationId xmlns:a16="http://schemas.microsoft.com/office/drawing/2014/main" id="{4400B509-FA3E-C345-99FB-8A3BF773A21F}"/>
              </a:ext>
            </a:extLst>
          </p:cNvPr>
          <p:cNvSpPr>
            <a:spLocks noGrp="1"/>
          </p:cNvSpPr>
          <p:nvPr>
            <p:ph idx="33" hasCustomPrompt="1"/>
          </p:nvPr>
        </p:nvSpPr>
        <p:spPr>
          <a:xfrm>
            <a:off x="7136855" y="5822195"/>
            <a:ext cx="1707511" cy="298701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Doorlooptijd</a:t>
            </a:r>
          </a:p>
        </p:txBody>
      </p:sp>
      <p:sp>
        <p:nvSpPr>
          <p:cNvPr id="47" name="Tijdelijke aanduiding voor inhoud 2">
            <a:extLst>
              <a:ext uri="{FF2B5EF4-FFF2-40B4-BE49-F238E27FC236}">
                <a16:creationId xmlns:a16="http://schemas.microsoft.com/office/drawing/2014/main" id="{83C044F4-D6CD-784A-9FAE-FED70E26FD3A}"/>
              </a:ext>
            </a:extLst>
          </p:cNvPr>
          <p:cNvSpPr>
            <a:spLocks noGrp="1"/>
          </p:cNvSpPr>
          <p:nvPr>
            <p:ph idx="34" hasCustomPrompt="1"/>
          </p:nvPr>
        </p:nvSpPr>
        <p:spPr>
          <a:xfrm>
            <a:off x="10063451" y="5819612"/>
            <a:ext cx="1707511" cy="298701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Doorlooptijd</a:t>
            </a:r>
          </a:p>
        </p:txBody>
      </p:sp>
      <p:sp>
        <p:nvSpPr>
          <p:cNvPr id="48" name="Tijdelijke aanduiding voor inhoud 2">
            <a:extLst>
              <a:ext uri="{FF2B5EF4-FFF2-40B4-BE49-F238E27FC236}">
                <a16:creationId xmlns:a16="http://schemas.microsoft.com/office/drawing/2014/main" id="{4C98A707-BA80-C040-B164-5D22D5E725C8}"/>
              </a:ext>
            </a:extLst>
          </p:cNvPr>
          <p:cNvSpPr>
            <a:spLocks noGrp="1"/>
          </p:cNvSpPr>
          <p:nvPr>
            <p:ph idx="35" hasCustomPrompt="1"/>
          </p:nvPr>
        </p:nvSpPr>
        <p:spPr>
          <a:xfrm>
            <a:off x="1265583" y="6212231"/>
            <a:ext cx="1707511" cy="298701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Ondertitel</a:t>
            </a:r>
          </a:p>
        </p:txBody>
      </p:sp>
      <p:sp>
        <p:nvSpPr>
          <p:cNvPr id="49" name="Tijdelijke aanduiding voor inhoud 2">
            <a:extLst>
              <a:ext uri="{FF2B5EF4-FFF2-40B4-BE49-F238E27FC236}">
                <a16:creationId xmlns:a16="http://schemas.microsoft.com/office/drawing/2014/main" id="{2378B06A-3497-9F4C-BB95-35A78C022FCE}"/>
              </a:ext>
            </a:extLst>
          </p:cNvPr>
          <p:cNvSpPr>
            <a:spLocks noGrp="1"/>
          </p:cNvSpPr>
          <p:nvPr>
            <p:ph idx="36" hasCustomPrompt="1"/>
          </p:nvPr>
        </p:nvSpPr>
        <p:spPr>
          <a:xfrm>
            <a:off x="4207678" y="6194149"/>
            <a:ext cx="1707511" cy="298701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Ondertitel</a:t>
            </a:r>
          </a:p>
        </p:txBody>
      </p:sp>
      <p:sp>
        <p:nvSpPr>
          <p:cNvPr id="50" name="Tijdelijke aanduiding voor inhoud 2">
            <a:extLst>
              <a:ext uri="{FF2B5EF4-FFF2-40B4-BE49-F238E27FC236}">
                <a16:creationId xmlns:a16="http://schemas.microsoft.com/office/drawing/2014/main" id="{034DD787-5D3E-1249-A7B0-CAC02255AF52}"/>
              </a:ext>
            </a:extLst>
          </p:cNvPr>
          <p:cNvSpPr>
            <a:spLocks noGrp="1"/>
          </p:cNvSpPr>
          <p:nvPr>
            <p:ph idx="37" hasCustomPrompt="1"/>
          </p:nvPr>
        </p:nvSpPr>
        <p:spPr>
          <a:xfrm>
            <a:off x="7149773" y="6222563"/>
            <a:ext cx="1707511" cy="298701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Ondertitel</a:t>
            </a:r>
          </a:p>
        </p:txBody>
      </p:sp>
      <p:sp>
        <p:nvSpPr>
          <p:cNvPr id="51" name="Tijdelijke aanduiding voor inhoud 2">
            <a:extLst>
              <a:ext uri="{FF2B5EF4-FFF2-40B4-BE49-F238E27FC236}">
                <a16:creationId xmlns:a16="http://schemas.microsoft.com/office/drawing/2014/main" id="{99651BFF-F13C-5A46-942A-9A8C405657C7}"/>
              </a:ext>
            </a:extLst>
          </p:cNvPr>
          <p:cNvSpPr>
            <a:spLocks noGrp="1"/>
          </p:cNvSpPr>
          <p:nvPr>
            <p:ph idx="38" hasCustomPrompt="1"/>
          </p:nvPr>
        </p:nvSpPr>
        <p:spPr>
          <a:xfrm>
            <a:off x="10076369" y="6219980"/>
            <a:ext cx="1707511" cy="298701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Ondertitel</a:t>
            </a:r>
          </a:p>
        </p:txBody>
      </p:sp>
      <p:sp>
        <p:nvSpPr>
          <p:cNvPr id="52" name="Tijdelijke aanduiding voor inhoud 2">
            <a:extLst>
              <a:ext uri="{FF2B5EF4-FFF2-40B4-BE49-F238E27FC236}">
                <a16:creationId xmlns:a16="http://schemas.microsoft.com/office/drawing/2014/main" id="{4D2AA118-671B-0943-AA63-601CE011A4DE}"/>
              </a:ext>
            </a:extLst>
          </p:cNvPr>
          <p:cNvSpPr>
            <a:spLocks noGrp="1"/>
          </p:cNvSpPr>
          <p:nvPr>
            <p:ph idx="39" hasCustomPrompt="1"/>
          </p:nvPr>
        </p:nvSpPr>
        <p:spPr>
          <a:xfrm>
            <a:off x="1319823" y="2887849"/>
            <a:ext cx="1562861" cy="510107"/>
          </a:xfrm>
          <a:solidFill>
            <a:srgbClr val="98DDE3"/>
          </a:solidFill>
        </p:spPr>
        <p:txBody>
          <a:bodyPr lIns="72000" anchor="ctr">
            <a:normAutofit/>
          </a:bodyPr>
          <a:lstStyle>
            <a:lvl1pPr marL="0" indent="0" algn="l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Stap 1</a:t>
            </a:r>
          </a:p>
        </p:txBody>
      </p:sp>
      <p:sp>
        <p:nvSpPr>
          <p:cNvPr id="53" name="Tijdelijke aanduiding voor inhoud 2">
            <a:extLst>
              <a:ext uri="{FF2B5EF4-FFF2-40B4-BE49-F238E27FC236}">
                <a16:creationId xmlns:a16="http://schemas.microsoft.com/office/drawing/2014/main" id="{02F42EFF-140C-6A4A-9033-BA1A9DEB8FE7}"/>
              </a:ext>
            </a:extLst>
          </p:cNvPr>
          <p:cNvSpPr>
            <a:spLocks noGrp="1"/>
          </p:cNvSpPr>
          <p:nvPr>
            <p:ph idx="40" hasCustomPrompt="1"/>
          </p:nvPr>
        </p:nvSpPr>
        <p:spPr>
          <a:xfrm>
            <a:off x="1319823" y="3463224"/>
            <a:ext cx="1562861" cy="510107"/>
          </a:xfrm>
          <a:solidFill>
            <a:srgbClr val="98DDE3"/>
          </a:solidFill>
        </p:spPr>
        <p:txBody>
          <a:bodyPr lIns="72000" anchor="ctr">
            <a:normAutofit/>
          </a:bodyPr>
          <a:lstStyle>
            <a:lvl1pPr marL="0" indent="0" algn="l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Stap 1</a:t>
            </a:r>
          </a:p>
        </p:txBody>
      </p:sp>
      <p:sp>
        <p:nvSpPr>
          <p:cNvPr id="54" name="Tijdelijke aanduiding voor inhoud 2">
            <a:extLst>
              <a:ext uri="{FF2B5EF4-FFF2-40B4-BE49-F238E27FC236}">
                <a16:creationId xmlns:a16="http://schemas.microsoft.com/office/drawing/2014/main" id="{D957665E-34F2-3440-B143-F3C143BF035C}"/>
              </a:ext>
            </a:extLst>
          </p:cNvPr>
          <p:cNvSpPr>
            <a:spLocks noGrp="1"/>
          </p:cNvSpPr>
          <p:nvPr>
            <p:ph idx="41" hasCustomPrompt="1"/>
          </p:nvPr>
        </p:nvSpPr>
        <p:spPr>
          <a:xfrm>
            <a:off x="1319823" y="4038599"/>
            <a:ext cx="1562861" cy="510107"/>
          </a:xfrm>
          <a:solidFill>
            <a:srgbClr val="98DDE3"/>
          </a:solidFill>
        </p:spPr>
        <p:txBody>
          <a:bodyPr lIns="72000" anchor="ctr">
            <a:normAutofit/>
          </a:bodyPr>
          <a:lstStyle>
            <a:lvl1pPr marL="0" indent="0" algn="l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Stap 1</a:t>
            </a:r>
          </a:p>
        </p:txBody>
      </p:sp>
      <p:sp>
        <p:nvSpPr>
          <p:cNvPr id="55" name="Tijdelijke aanduiding voor inhoud 2">
            <a:extLst>
              <a:ext uri="{FF2B5EF4-FFF2-40B4-BE49-F238E27FC236}">
                <a16:creationId xmlns:a16="http://schemas.microsoft.com/office/drawing/2014/main" id="{629706C1-7786-0347-B9B9-73B2370517FC}"/>
              </a:ext>
            </a:extLst>
          </p:cNvPr>
          <p:cNvSpPr>
            <a:spLocks noGrp="1"/>
          </p:cNvSpPr>
          <p:nvPr>
            <p:ph idx="42" hasCustomPrompt="1"/>
          </p:nvPr>
        </p:nvSpPr>
        <p:spPr>
          <a:xfrm>
            <a:off x="1319823" y="4613974"/>
            <a:ext cx="1562861" cy="510107"/>
          </a:xfrm>
          <a:solidFill>
            <a:srgbClr val="98DDE3"/>
          </a:solidFill>
        </p:spPr>
        <p:txBody>
          <a:bodyPr lIns="72000" anchor="ctr">
            <a:normAutofit/>
          </a:bodyPr>
          <a:lstStyle>
            <a:lvl1pPr marL="0" indent="0" algn="l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Stap 1</a:t>
            </a:r>
          </a:p>
        </p:txBody>
      </p:sp>
      <p:sp>
        <p:nvSpPr>
          <p:cNvPr id="56" name="Tijdelijke aanduiding voor inhoud 2">
            <a:extLst>
              <a:ext uri="{FF2B5EF4-FFF2-40B4-BE49-F238E27FC236}">
                <a16:creationId xmlns:a16="http://schemas.microsoft.com/office/drawing/2014/main" id="{02E2B40B-0E54-864A-BC74-16A622FAA664}"/>
              </a:ext>
            </a:extLst>
          </p:cNvPr>
          <p:cNvSpPr>
            <a:spLocks noGrp="1"/>
          </p:cNvSpPr>
          <p:nvPr>
            <p:ph idx="43" hasCustomPrompt="1"/>
          </p:nvPr>
        </p:nvSpPr>
        <p:spPr>
          <a:xfrm>
            <a:off x="1319823" y="5189347"/>
            <a:ext cx="1562861" cy="510107"/>
          </a:xfrm>
          <a:solidFill>
            <a:srgbClr val="98DDE3"/>
          </a:solidFill>
        </p:spPr>
        <p:txBody>
          <a:bodyPr lIns="72000" anchor="ctr">
            <a:normAutofit/>
          </a:bodyPr>
          <a:lstStyle>
            <a:lvl1pPr marL="0" indent="0" algn="l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Stap 1</a:t>
            </a:r>
          </a:p>
        </p:txBody>
      </p:sp>
      <p:sp>
        <p:nvSpPr>
          <p:cNvPr id="57" name="Tijdelijke aanduiding voor inhoud 2">
            <a:extLst>
              <a:ext uri="{FF2B5EF4-FFF2-40B4-BE49-F238E27FC236}">
                <a16:creationId xmlns:a16="http://schemas.microsoft.com/office/drawing/2014/main" id="{081E2F6C-C1B4-0C4E-BAB0-B9EA3B34A74B}"/>
              </a:ext>
            </a:extLst>
          </p:cNvPr>
          <p:cNvSpPr>
            <a:spLocks noGrp="1"/>
          </p:cNvSpPr>
          <p:nvPr>
            <p:ph idx="44" hasCustomPrompt="1"/>
          </p:nvPr>
        </p:nvSpPr>
        <p:spPr>
          <a:xfrm>
            <a:off x="4277417" y="2885266"/>
            <a:ext cx="1562861" cy="510107"/>
          </a:xfrm>
          <a:solidFill>
            <a:srgbClr val="98DDE3"/>
          </a:solidFill>
        </p:spPr>
        <p:txBody>
          <a:bodyPr lIns="72000" anchor="ctr">
            <a:normAutofit/>
          </a:bodyPr>
          <a:lstStyle>
            <a:lvl1pPr marL="0" indent="0" algn="l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Stap 1</a:t>
            </a:r>
          </a:p>
        </p:txBody>
      </p:sp>
      <p:sp>
        <p:nvSpPr>
          <p:cNvPr id="58" name="Tijdelijke aanduiding voor inhoud 2">
            <a:extLst>
              <a:ext uri="{FF2B5EF4-FFF2-40B4-BE49-F238E27FC236}">
                <a16:creationId xmlns:a16="http://schemas.microsoft.com/office/drawing/2014/main" id="{3A74106C-E634-3247-928E-E0A55F57FAAA}"/>
              </a:ext>
            </a:extLst>
          </p:cNvPr>
          <p:cNvSpPr>
            <a:spLocks noGrp="1"/>
          </p:cNvSpPr>
          <p:nvPr>
            <p:ph idx="45" hasCustomPrompt="1"/>
          </p:nvPr>
        </p:nvSpPr>
        <p:spPr>
          <a:xfrm>
            <a:off x="4277417" y="3460641"/>
            <a:ext cx="1562861" cy="510107"/>
          </a:xfrm>
          <a:solidFill>
            <a:srgbClr val="98DDE3"/>
          </a:solidFill>
        </p:spPr>
        <p:txBody>
          <a:bodyPr lIns="72000" anchor="ctr">
            <a:normAutofit/>
          </a:bodyPr>
          <a:lstStyle>
            <a:lvl1pPr marL="0" indent="0" algn="l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Stap 1</a:t>
            </a:r>
          </a:p>
        </p:txBody>
      </p:sp>
      <p:sp>
        <p:nvSpPr>
          <p:cNvPr id="59" name="Tijdelijke aanduiding voor inhoud 2">
            <a:extLst>
              <a:ext uri="{FF2B5EF4-FFF2-40B4-BE49-F238E27FC236}">
                <a16:creationId xmlns:a16="http://schemas.microsoft.com/office/drawing/2014/main" id="{6770E8B8-1233-1A42-ACFB-A523EC3A4B2A}"/>
              </a:ext>
            </a:extLst>
          </p:cNvPr>
          <p:cNvSpPr>
            <a:spLocks noGrp="1"/>
          </p:cNvSpPr>
          <p:nvPr>
            <p:ph idx="46" hasCustomPrompt="1"/>
          </p:nvPr>
        </p:nvSpPr>
        <p:spPr>
          <a:xfrm>
            <a:off x="4277417" y="4036016"/>
            <a:ext cx="1562861" cy="510107"/>
          </a:xfrm>
          <a:solidFill>
            <a:srgbClr val="98DDE3"/>
          </a:solidFill>
        </p:spPr>
        <p:txBody>
          <a:bodyPr lIns="72000" anchor="ctr">
            <a:normAutofit/>
          </a:bodyPr>
          <a:lstStyle>
            <a:lvl1pPr marL="0" indent="0" algn="l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Stap 1</a:t>
            </a:r>
          </a:p>
        </p:txBody>
      </p:sp>
      <p:sp>
        <p:nvSpPr>
          <p:cNvPr id="60" name="Tijdelijke aanduiding voor inhoud 2">
            <a:extLst>
              <a:ext uri="{FF2B5EF4-FFF2-40B4-BE49-F238E27FC236}">
                <a16:creationId xmlns:a16="http://schemas.microsoft.com/office/drawing/2014/main" id="{5E9C68A9-08EF-2D43-A966-8ABF28AAD0B1}"/>
              </a:ext>
            </a:extLst>
          </p:cNvPr>
          <p:cNvSpPr>
            <a:spLocks noGrp="1"/>
          </p:cNvSpPr>
          <p:nvPr>
            <p:ph idx="47" hasCustomPrompt="1"/>
          </p:nvPr>
        </p:nvSpPr>
        <p:spPr>
          <a:xfrm>
            <a:off x="4277417" y="4611391"/>
            <a:ext cx="1562861" cy="510107"/>
          </a:xfrm>
          <a:solidFill>
            <a:srgbClr val="98DDE3"/>
          </a:solidFill>
        </p:spPr>
        <p:txBody>
          <a:bodyPr lIns="72000" anchor="ctr">
            <a:normAutofit/>
          </a:bodyPr>
          <a:lstStyle>
            <a:lvl1pPr marL="0" indent="0" algn="l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Stap 1</a:t>
            </a:r>
          </a:p>
        </p:txBody>
      </p:sp>
      <p:sp>
        <p:nvSpPr>
          <p:cNvPr id="61" name="Tijdelijke aanduiding voor inhoud 2">
            <a:extLst>
              <a:ext uri="{FF2B5EF4-FFF2-40B4-BE49-F238E27FC236}">
                <a16:creationId xmlns:a16="http://schemas.microsoft.com/office/drawing/2014/main" id="{512897D6-EFDE-9044-B73B-6F444FB915DD}"/>
              </a:ext>
            </a:extLst>
          </p:cNvPr>
          <p:cNvSpPr>
            <a:spLocks noGrp="1"/>
          </p:cNvSpPr>
          <p:nvPr>
            <p:ph idx="48" hasCustomPrompt="1"/>
          </p:nvPr>
        </p:nvSpPr>
        <p:spPr>
          <a:xfrm>
            <a:off x="4277417" y="5186764"/>
            <a:ext cx="1562861" cy="510107"/>
          </a:xfrm>
          <a:solidFill>
            <a:srgbClr val="98DDE3"/>
          </a:solidFill>
        </p:spPr>
        <p:txBody>
          <a:bodyPr lIns="72000" anchor="ctr">
            <a:normAutofit/>
          </a:bodyPr>
          <a:lstStyle>
            <a:lvl1pPr marL="0" indent="0" algn="l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Stap 1</a:t>
            </a:r>
          </a:p>
        </p:txBody>
      </p:sp>
      <p:sp>
        <p:nvSpPr>
          <p:cNvPr id="62" name="Tijdelijke aanduiding voor inhoud 2">
            <a:extLst>
              <a:ext uri="{FF2B5EF4-FFF2-40B4-BE49-F238E27FC236}">
                <a16:creationId xmlns:a16="http://schemas.microsoft.com/office/drawing/2014/main" id="{4A361CE2-9DCE-6441-9A21-9B90FC92097C}"/>
              </a:ext>
            </a:extLst>
          </p:cNvPr>
          <p:cNvSpPr>
            <a:spLocks noGrp="1"/>
          </p:cNvSpPr>
          <p:nvPr>
            <p:ph idx="49" hasCustomPrompt="1"/>
          </p:nvPr>
        </p:nvSpPr>
        <p:spPr>
          <a:xfrm>
            <a:off x="7204014" y="2898180"/>
            <a:ext cx="1562861" cy="510107"/>
          </a:xfrm>
          <a:solidFill>
            <a:srgbClr val="98DDE3"/>
          </a:solidFill>
        </p:spPr>
        <p:txBody>
          <a:bodyPr lIns="72000" anchor="ctr">
            <a:normAutofit/>
          </a:bodyPr>
          <a:lstStyle>
            <a:lvl1pPr marL="0" indent="0" algn="l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Stap 1</a:t>
            </a:r>
          </a:p>
        </p:txBody>
      </p:sp>
      <p:sp>
        <p:nvSpPr>
          <p:cNvPr id="63" name="Tijdelijke aanduiding voor inhoud 2">
            <a:extLst>
              <a:ext uri="{FF2B5EF4-FFF2-40B4-BE49-F238E27FC236}">
                <a16:creationId xmlns:a16="http://schemas.microsoft.com/office/drawing/2014/main" id="{4413F20E-FDFC-8C45-9148-F996116915B7}"/>
              </a:ext>
            </a:extLst>
          </p:cNvPr>
          <p:cNvSpPr>
            <a:spLocks noGrp="1"/>
          </p:cNvSpPr>
          <p:nvPr>
            <p:ph idx="50" hasCustomPrompt="1"/>
          </p:nvPr>
        </p:nvSpPr>
        <p:spPr>
          <a:xfrm>
            <a:off x="7204014" y="3473555"/>
            <a:ext cx="1562861" cy="510107"/>
          </a:xfrm>
          <a:solidFill>
            <a:srgbClr val="98DDE3"/>
          </a:solidFill>
        </p:spPr>
        <p:txBody>
          <a:bodyPr lIns="72000" anchor="ctr">
            <a:normAutofit/>
          </a:bodyPr>
          <a:lstStyle>
            <a:lvl1pPr marL="0" indent="0" algn="l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Stap 1</a:t>
            </a:r>
          </a:p>
        </p:txBody>
      </p:sp>
      <p:sp>
        <p:nvSpPr>
          <p:cNvPr id="64" name="Tijdelijke aanduiding voor inhoud 2">
            <a:extLst>
              <a:ext uri="{FF2B5EF4-FFF2-40B4-BE49-F238E27FC236}">
                <a16:creationId xmlns:a16="http://schemas.microsoft.com/office/drawing/2014/main" id="{C077FAE9-E99A-3747-9908-131B71F0BE1C}"/>
              </a:ext>
            </a:extLst>
          </p:cNvPr>
          <p:cNvSpPr>
            <a:spLocks noGrp="1"/>
          </p:cNvSpPr>
          <p:nvPr>
            <p:ph idx="51" hasCustomPrompt="1"/>
          </p:nvPr>
        </p:nvSpPr>
        <p:spPr>
          <a:xfrm>
            <a:off x="7204014" y="4048930"/>
            <a:ext cx="1562861" cy="510107"/>
          </a:xfrm>
          <a:solidFill>
            <a:srgbClr val="98DDE3"/>
          </a:solidFill>
        </p:spPr>
        <p:txBody>
          <a:bodyPr lIns="72000" anchor="ctr">
            <a:normAutofit/>
          </a:bodyPr>
          <a:lstStyle>
            <a:lvl1pPr marL="0" indent="0" algn="l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Stap 1</a:t>
            </a:r>
          </a:p>
        </p:txBody>
      </p:sp>
      <p:sp>
        <p:nvSpPr>
          <p:cNvPr id="65" name="Tijdelijke aanduiding voor inhoud 2">
            <a:extLst>
              <a:ext uri="{FF2B5EF4-FFF2-40B4-BE49-F238E27FC236}">
                <a16:creationId xmlns:a16="http://schemas.microsoft.com/office/drawing/2014/main" id="{8096C550-5CBA-014D-8CC8-2A776DD43391}"/>
              </a:ext>
            </a:extLst>
          </p:cNvPr>
          <p:cNvSpPr>
            <a:spLocks noGrp="1"/>
          </p:cNvSpPr>
          <p:nvPr>
            <p:ph idx="52" hasCustomPrompt="1"/>
          </p:nvPr>
        </p:nvSpPr>
        <p:spPr>
          <a:xfrm>
            <a:off x="7204014" y="4624305"/>
            <a:ext cx="1562861" cy="510107"/>
          </a:xfrm>
          <a:solidFill>
            <a:srgbClr val="98DDE3"/>
          </a:solidFill>
        </p:spPr>
        <p:txBody>
          <a:bodyPr lIns="72000" anchor="ctr">
            <a:normAutofit/>
          </a:bodyPr>
          <a:lstStyle>
            <a:lvl1pPr marL="0" indent="0" algn="l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Stap 1</a:t>
            </a:r>
          </a:p>
        </p:txBody>
      </p:sp>
      <p:sp>
        <p:nvSpPr>
          <p:cNvPr id="66" name="Tijdelijke aanduiding voor inhoud 2">
            <a:extLst>
              <a:ext uri="{FF2B5EF4-FFF2-40B4-BE49-F238E27FC236}">
                <a16:creationId xmlns:a16="http://schemas.microsoft.com/office/drawing/2014/main" id="{BCF166BB-CD26-B64B-A02C-D7903381C28F}"/>
              </a:ext>
            </a:extLst>
          </p:cNvPr>
          <p:cNvSpPr>
            <a:spLocks noGrp="1"/>
          </p:cNvSpPr>
          <p:nvPr>
            <p:ph idx="53" hasCustomPrompt="1"/>
          </p:nvPr>
        </p:nvSpPr>
        <p:spPr>
          <a:xfrm>
            <a:off x="7204014" y="5199678"/>
            <a:ext cx="1562861" cy="510107"/>
          </a:xfrm>
          <a:solidFill>
            <a:srgbClr val="98DDE3"/>
          </a:solidFill>
        </p:spPr>
        <p:txBody>
          <a:bodyPr lIns="72000" anchor="ctr">
            <a:normAutofit/>
          </a:bodyPr>
          <a:lstStyle>
            <a:lvl1pPr marL="0" indent="0" algn="l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Stap 1</a:t>
            </a:r>
          </a:p>
        </p:txBody>
      </p:sp>
      <p:sp>
        <p:nvSpPr>
          <p:cNvPr id="67" name="Tijdelijke aanduiding voor inhoud 2">
            <a:extLst>
              <a:ext uri="{FF2B5EF4-FFF2-40B4-BE49-F238E27FC236}">
                <a16:creationId xmlns:a16="http://schemas.microsoft.com/office/drawing/2014/main" id="{5E9EFF2B-801C-B84A-9A84-90375FCFDFBE}"/>
              </a:ext>
            </a:extLst>
          </p:cNvPr>
          <p:cNvSpPr>
            <a:spLocks noGrp="1"/>
          </p:cNvSpPr>
          <p:nvPr>
            <p:ph idx="54" hasCustomPrompt="1"/>
          </p:nvPr>
        </p:nvSpPr>
        <p:spPr>
          <a:xfrm>
            <a:off x="10146113" y="2895597"/>
            <a:ext cx="1562861" cy="510107"/>
          </a:xfrm>
          <a:solidFill>
            <a:srgbClr val="98DDE3"/>
          </a:solidFill>
        </p:spPr>
        <p:txBody>
          <a:bodyPr lIns="72000" anchor="ctr">
            <a:normAutofit/>
          </a:bodyPr>
          <a:lstStyle>
            <a:lvl1pPr marL="0" indent="0" algn="l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Stap 1</a:t>
            </a:r>
          </a:p>
        </p:txBody>
      </p:sp>
      <p:sp>
        <p:nvSpPr>
          <p:cNvPr id="68" name="Tijdelijke aanduiding voor inhoud 2">
            <a:extLst>
              <a:ext uri="{FF2B5EF4-FFF2-40B4-BE49-F238E27FC236}">
                <a16:creationId xmlns:a16="http://schemas.microsoft.com/office/drawing/2014/main" id="{481608B8-70A2-1044-845D-D11F62AFB10F}"/>
              </a:ext>
            </a:extLst>
          </p:cNvPr>
          <p:cNvSpPr>
            <a:spLocks noGrp="1"/>
          </p:cNvSpPr>
          <p:nvPr>
            <p:ph idx="55" hasCustomPrompt="1"/>
          </p:nvPr>
        </p:nvSpPr>
        <p:spPr>
          <a:xfrm>
            <a:off x="10146113" y="3470972"/>
            <a:ext cx="1562861" cy="510107"/>
          </a:xfrm>
          <a:solidFill>
            <a:srgbClr val="98DDE3"/>
          </a:solidFill>
        </p:spPr>
        <p:txBody>
          <a:bodyPr lIns="72000" anchor="ctr">
            <a:normAutofit/>
          </a:bodyPr>
          <a:lstStyle>
            <a:lvl1pPr marL="0" indent="0" algn="l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Stap 1</a:t>
            </a:r>
          </a:p>
        </p:txBody>
      </p:sp>
      <p:sp>
        <p:nvSpPr>
          <p:cNvPr id="69" name="Tijdelijke aanduiding voor inhoud 2">
            <a:extLst>
              <a:ext uri="{FF2B5EF4-FFF2-40B4-BE49-F238E27FC236}">
                <a16:creationId xmlns:a16="http://schemas.microsoft.com/office/drawing/2014/main" id="{8F25EBAF-4B2D-8C45-BF3D-10BD40B47EBB}"/>
              </a:ext>
            </a:extLst>
          </p:cNvPr>
          <p:cNvSpPr>
            <a:spLocks noGrp="1"/>
          </p:cNvSpPr>
          <p:nvPr>
            <p:ph idx="56" hasCustomPrompt="1"/>
          </p:nvPr>
        </p:nvSpPr>
        <p:spPr>
          <a:xfrm>
            <a:off x="10146113" y="4046347"/>
            <a:ext cx="1562861" cy="510107"/>
          </a:xfrm>
          <a:solidFill>
            <a:srgbClr val="98DDE3"/>
          </a:solidFill>
        </p:spPr>
        <p:txBody>
          <a:bodyPr lIns="72000" anchor="ctr">
            <a:normAutofit/>
          </a:bodyPr>
          <a:lstStyle>
            <a:lvl1pPr marL="0" indent="0" algn="l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Stap 1</a:t>
            </a:r>
          </a:p>
        </p:txBody>
      </p:sp>
      <p:sp>
        <p:nvSpPr>
          <p:cNvPr id="70" name="Tijdelijke aanduiding voor inhoud 2">
            <a:extLst>
              <a:ext uri="{FF2B5EF4-FFF2-40B4-BE49-F238E27FC236}">
                <a16:creationId xmlns:a16="http://schemas.microsoft.com/office/drawing/2014/main" id="{CBD0328D-FCEA-6943-AB60-3591FA532C8B}"/>
              </a:ext>
            </a:extLst>
          </p:cNvPr>
          <p:cNvSpPr>
            <a:spLocks noGrp="1"/>
          </p:cNvSpPr>
          <p:nvPr>
            <p:ph idx="57" hasCustomPrompt="1"/>
          </p:nvPr>
        </p:nvSpPr>
        <p:spPr>
          <a:xfrm>
            <a:off x="10146113" y="4621722"/>
            <a:ext cx="1562861" cy="510107"/>
          </a:xfrm>
          <a:solidFill>
            <a:srgbClr val="98DDE3"/>
          </a:solidFill>
        </p:spPr>
        <p:txBody>
          <a:bodyPr lIns="72000" anchor="ctr">
            <a:normAutofit/>
          </a:bodyPr>
          <a:lstStyle>
            <a:lvl1pPr marL="0" indent="0" algn="l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Stap 1</a:t>
            </a:r>
          </a:p>
        </p:txBody>
      </p:sp>
      <p:sp>
        <p:nvSpPr>
          <p:cNvPr id="71" name="Tijdelijke aanduiding voor inhoud 2">
            <a:extLst>
              <a:ext uri="{FF2B5EF4-FFF2-40B4-BE49-F238E27FC236}">
                <a16:creationId xmlns:a16="http://schemas.microsoft.com/office/drawing/2014/main" id="{8249A958-77BD-824E-A9AF-E5720B22CB58}"/>
              </a:ext>
            </a:extLst>
          </p:cNvPr>
          <p:cNvSpPr>
            <a:spLocks noGrp="1"/>
          </p:cNvSpPr>
          <p:nvPr>
            <p:ph idx="58" hasCustomPrompt="1"/>
          </p:nvPr>
        </p:nvSpPr>
        <p:spPr>
          <a:xfrm>
            <a:off x="10146113" y="5197095"/>
            <a:ext cx="1562861" cy="510107"/>
          </a:xfrm>
          <a:solidFill>
            <a:srgbClr val="98DDE3"/>
          </a:solidFill>
        </p:spPr>
        <p:txBody>
          <a:bodyPr lIns="72000" anchor="ctr">
            <a:normAutofit/>
          </a:bodyPr>
          <a:lstStyle>
            <a:lvl1pPr marL="0" indent="0" algn="l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Stap 1</a:t>
            </a:r>
          </a:p>
        </p:txBody>
      </p:sp>
      <p:sp>
        <p:nvSpPr>
          <p:cNvPr id="72" name="Tijdelijke aanduiding voor inhoud 2">
            <a:extLst>
              <a:ext uri="{FF2B5EF4-FFF2-40B4-BE49-F238E27FC236}">
                <a16:creationId xmlns:a16="http://schemas.microsoft.com/office/drawing/2014/main" id="{64F9364C-B1B4-DD46-AA4B-02AB9937954E}"/>
              </a:ext>
            </a:extLst>
          </p:cNvPr>
          <p:cNvSpPr>
            <a:spLocks noGrp="1"/>
          </p:cNvSpPr>
          <p:nvPr>
            <p:ph idx="59" hasCustomPrompt="1"/>
          </p:nvPr>
        </p:nvSpPr>
        <p:spPr>
          <a:xfrm>
            <a:off x="0" y="1511078"/>
            <a:ext cx="1177871" cy="25572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Toelichting</a:t>
            </a:r>
          </a:p>
        </p:txBody>
      </p:sp>
      <p:sp>
        <p:nvSpPr>
          <p:cNvPr id="73" name="Tijdelijke aanduiding voor inhoud 2">
            <a:extLst>
              <a:ext uri="{FF2B5EF4-FFF2-40B4-BE49-F238E27FC236}">
                <a16:creationId xmlns:a16="http://schemas.microsoft.com/office/drawing/2014/main" id="{C2E4AC79-223C-A844-BFD3-FD0E00C3E13C}"/>
              </a:ext>
            </a:extLst>
          </p:cNvPr>
          <p:cNvSpPr>
            <a:spLocks noGrp="1"/>
          </p:cNvSpPr>
          <p:nvPr>
            <p:ph idx="60" hasCustomPrompt="1"/>
          </p:nvPr>
        </p:nvSpPr>
        <p:spPr>
          <a:xfrm>
            <a:off x="2988590" y="1511078"/>
            <a:ext cx="1177871" cy="25572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Toelichting</a:t>
            </a:r>
          </a:p>
        </p:txBody>
      </p:sp>
      <p:sp>
        <p:nvSpPr>
          <p:cNvPr id="74" name="Tijdelijke aanduiding voor inhoud 2">
            <a:extLst>
              <a:ext uri="{FF2B5EF4-FFF2-40B4-BE49-F238E27FC236}">
                <a16:creationId xmlns:a16="http://schemas.microsoft.com/office/drawing/2014/main" id="{441972F9-EEA9-0848-8246-7D527231F38F}"/>
              </a:ext>
            </a:extLst>
          </p:cNvPr>
          <p:cNvSpPr>
            <a:spLocks noGrp="1"/>
          </p:cNvSpPr>
          <p:nvPr>
            <p:ph idx="61" hasCustomPrompt="1"/>
          </p:nvPr>
        </p:nvSpPr>
        <p:spPr>
          <a:xfrm>
            <a:off x="5930685" y="1511078"/>
            <a:ext cx="1177871" cy="25572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Toelichting</a:t>
            </a:r>
          </a:p>
        </p:txBody>
      </p:sp>
      <p:sp>
        <p:nvSpPr>
          <p:cNvPr id="75" name="Tijdelijke aanduiding voor inhoud 2">
            <a:extLst>
              <a:ext uri="{FF2B5EF4-FFF2-40B4-BE49-F238E27FC236}">
                <a16:creationId xmlns:a16="http://schemas.microsoft.com/office/drawing/2014/main" id="{FD805FB0-AD38-8249-9448-58F728334269}"/>
              </a:ext>
            </a:extLst>
          </p:cNvPr>
          <p:cNvSpPr>
            <a:spLocks noGrp="1"/>
          </p:cNvSpPr>
          <p:nvPr>
            <p:ph idx="62" hasCustomPrompt="1"/>
          </p:nvPr>
        </p:nvSpPr>
        <p:spPr>
          <a:xfrm>
            <a:off x="8872780" y="1511078"/>
            <a:ext cx="1177871" cy="25572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Toelichting</a:t>
            </a:r>
          </a:p>
        </p:txBody>
      </p:sp>
    </p:spTree>
    <p:extLst>
      <p:ext uri="{BB962C8B-B14F-4D97-AF65-F5344CB8AC3E}">
        <p14:creationId xmlns:p14="http://schemas.microsoft.com/office/powerpoint/2010/main" val="275887949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reestyle dia 1">
    <p:bg>
      <p:bgPr>
        <a:solidFill>
          <a:srgbClr val="0315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4EF50A6-407E-D641-A8A2-BFB3F5A7E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0B6F8DF-44A8-D44F-9A3F-63CDEE6DA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FE697D1-0F7C-EA47-ACCE-0EBF1B42C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75028F13-F065-0D40-AAE6-C1D49F03F3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43718" t="26627"/>
          <a:stretch/>
        </p:blipFill>
        <p:spPr>
          <a:xfrm rot="16200000">
            <a:off x="613213" y="2184317"/>
            <a:ext cx="4060472" cy="5286898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DCCE0992-0054-2D46-99F8-0C3012AE35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48216" t="29420" b="27892"/>
          <a:stretch/>
        </p:blipFill>
        <p:spPr>
          <a:xfrm rot="10800000">
            <a:off x="6662056" y="-2"/>
            <a:ext cx="5529943" cy="6858002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078866D8-2BB7-0F48-A390-ACDB93B19ED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61928" y="2832360"/>
            <a:ext cx="3586728" cy="358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65630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sdia 1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Afbeelding 17">
            <a:extLst>
              <a:ext uri="{FF2B5EF4-FFF2-40B4-BE49-F238E27FC236}">
                <a16:creationId xmlns:a16="http://schemas.microsoft.com/office/drawing/2014/main" id="{28271685-6F30-924D-B210-93BC02E87C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4945"/>
          <a:stretch/>
        </p:blipFill>
        <p:spPr>
          <a:xfrm rot="10800000">
            <a:off x="-1" y="0"/>
            <a:ext cx="6548147" cy="685800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53C7F36-8B04-AD44-B377-587344A73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534" y="357521"/>
            <a:ext cx="3915910" cy="10697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D87C6C0E-CCCA-BD40-89A5-2179F1223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9" name="Ondertitel 2">
            <a:extLst>
              <a:ext uri="{FF2B5EF4-FFF2-40B4-BE49-F238E27FC236}">
                <a16:creationId xmlns:a16="http://schemas.microsoft.com/office/drawing/2014/main" id="{79FE34A7-A78F-8040-9A6C-239C18680D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534" y="1487658"/>
            <a:ext cx="3907143" cy="706902"/>
          </a:xfrm>
        </p:spPr>
        <p:txBody>
          <a:bodyPr lIns="0" tIns="0" rIns="0" bIns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sp>
        <p:nvSpPr>
          <p:cNvPr id="11" name="Tijdelijke aanduiding voor afbeelding 2">
            <a:extLst>
              <a:ext uri="{FF2B5EF4-FFF2-40B4-BE49-F238E27FC236}">
                <a16:creationId xmlns:a16="http://schemas.microsoft.com/office/drawing/2014/main" id="{7C641307-D7D6-0A40-9045-DC236E34C72F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7439253" y="2282800"/>
            <a:ext cx="3903576" cy="2500212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 dirty="0"/>
          </a:p>
        </p:txBody>
      </p:sp>
      <p:sp>
        <p:nvSpPr>
          <p:cNvPr id="12" name="Tijdelijke aanduiding voor inhoud 2">
            <a:extLst>
              <a:ext uri="{FF2B5EF4-FFF2-40B4-BE49-F238E27FC236}">
                <a16:creationId xmlns:a16="http://schemas.microsoft.com/office/drawing/2014/main" id="{C8603770-9E4A-D746-8C40-9CDDD4DBFF09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7439253" y="4848241"/>
            <a:ext cx="3913375" cy="172137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rgbClr val="03152D"/>
                </a:solidFill>
              </a:defRPr>
            </a:lvl2pPr>
            <a:lvl3pPr>
              <a:defRPr>
                <a:solidFill>
                  <a:srgbClr val="03152D"/>
                </a:solidFill>
              </a:defRPr>
            </a:lvl3pPr>
            <a:lvl4pPr>
              <a:defRPr>
                <a:solidFill>
                  <a:srgbClr val="03152D"/>
                </a:solidFill>
              </a:defRPr>
            </a:lvl4pPr>
            <a:lvl5pPr>
              <a:defRPr>
                <a:solidFill>
                  <a:srgbClr val="03152D"/>
                </a:solidFill>
              </a:defRPr>
            </a:lvl5pPr>
          </a:lstStyle>
          <a:p>
            <a:pPr lvl="0"/>
            <a:r>
              <a:rPr lang="nl-NL" dirty="0"/>
              <a:t>Schrijf hier je toelichting</a:t>
            </a:r>
          </a:p>
        </p:txBody>
      </p:sp>
      <p:sp>
        <p:nvSpPr>
          <p:cNvPr id="15" name="Tijdelijke aanduiding voor afbeelding 2">
            <a:extLst>
              <a:ext uri="{FF2B5EF4-FFF2-40B4-BE49-F238E27FC236}">
                <a16:creationId xmlns:a16="http://schemas.microsoft.com/office/drawing/2014/main" id="{B843D961-A20B-1E44-B72F-87062BF6182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712534" y="2294523"/>
            <a:ext cx="3903576" cy="2500212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 dirty="0"/>
          </a:p>
        </p:txBody>
      </p:sp>
      <p:sp>
        <p:nvSpPr>
          <p:cNvPr id="16" name="Tijdelijke aanduiding voor inhoud 2">
            <a:extLst>
              <a:ext uri="{FF2B5EF4-FFF2-40B4-BE49-F238E27FC236}">
                <a16:creationId xmlns:a16="http://schemas.microsoft.com/office/drawing/2014/main" id="{053D8DD4-A829-8D4B-8996-3785B228D247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712534" y="4859964"/>
            <a:ext cx="3913375" cy="172137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rgbClr val="03152D"/>
                </a:solidFill>
              </a:defRPr>
            </a:lvl2pPr>
            <a:lvl3pPr>
              <a:defRPr>
                <a:solidFill>
                  <a:srgbClr val="03152D"/>
                </a:solidFill>
              </a:defRPr>
            </a:lvl3pPr>
            <a:lvl4pPr>
              <a:defRPr>
                <a:solidFill>
                  <a:srgbClr val="03152D"/>
                </a:solidFill>
              </a:defRPr>
            </a:lvl4pPr>
            <a:lvl5pPr>
              <a:defRPr>
                <a:solidFill>
                  <a:srgbClr val="03152D"/>
                </a:solidFill>
              </a:defRPr>
            </a:lvl5pPr>
          </a:lstStyle>
          <a:p>
            <a:pPr lvl="0"/>
            <a:r>
              <a:rPr lang="nl-NL" dirty="0"/>
              <a:t>Schrijf hier je toelichting</a:t>
            </a:r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012A787B-A7AB-124C-928A-498E096E2442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7439253" y="357522"/>
            <a:ext cx="3913375" cy="1050788"/>
          </a:xfrm>
        </p:spPr>
        <p:txBody>
          <a:bodyPr anchor="ctr"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  <a:latin typeface="Chrono Medium" panose="020B0304000000010002" pitchFamily="34" charset="0"/>
              </a:defRPr>
            </a:lvl1pPr>
            <a:lvl2pPr>
              <a:defRPr>
                <a:solidFill>
                  <a:srgbClr val="03152D"/>
                </a:solidFill>
              </a:defRPr>
            </a:lvl2pPr>
            <a:lvl3pPr>
              <a:defRPr>
                <a:solidFill>
                  <a:srgbClr val="03152D"/>
                </a:solidFill>
              </a:defRPr>
            </a:lvl3pPr>
            <a:lvl4pPr>
              <a:defRPr>
                <a:solidFill>
                  <a:srgbClr val="03152D"/>
                </a:solidFill>
              </a:defRPr>
            </a:lvl4pPr>
            <a:lvl5pPr>
              <a:defRPr>
                <a:solidFill>
                  <a:srgbClr val="03152D"/>
                </a:solidFill>
              </a:defRPr>
            </a:lvl5pPr>
          </a:lstStyle>
          <a:p>
            <a:pPr lvl="0"/>
            <a:r>
              <a:rPr lang="nl-NL" dirty="0"/>
              <a:t>Schrijf hier je toelichting</a:t>
            </a:r>
          </a:p>
        </p:txBody>
      </p:sp>
      <p:sp>
        <p:nvSpPr>
          <p:cNvPr id="13" name="Tijdelijke aanduiding voor inhoud 2">
            <a:extLst>
              <a:ext uri="{FF2B5EF4-FFF2-40B4-BE49-F238E27FC236}">
                <a16:creationId xmlns:a16="http://schemas.microsoft.com/office/drawing/2014/main" id="{F96E0081-8AC5-7C4E-93C9-B40EC435F12F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439253" y="1475121"/>
            <a:ext cx="3913375" cy="719439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solidFill>
                  <a:srgbClr val="03152D"/>
                </a:solidFill>
              </a:defRPr>
            </a:lvl2pPr>
            <a:lvl3pPr>
              <a:defRPr>
                <a:solidFill>
                  <a:srgbClr val="03152D"/>
                </a:solidFill>
              </a:defRPr>
            </a:lvl3pPr>
            <a:lvl4pPr>
              <a:defRPr>
                <a:solidFill>
                  <a:srgbClr val="03152D"/>
                </a:solidFill>
              </a:defRPr>
            </a:lvl4pPr>
            <a:lvl5pPr>
              <a:defRPr>
                <a:solidFill>
                  <a:srgbClr val="03152D"/>
                </a:solidFill>
              </a:defRPr>
            </a:lvl5pPr>
          </a:lstStyle>
          <a:p>
            <a:pPr lvl="0"/>
            <a:r>
              <a:rPr lang="nl-NL" dirty="0"/>
              <a:t>Schrijf hier je toelichting</a:t>
            </a:r>
          </a:p>
        </p:txBody>
      </p:sp>
    </p:spTree>
    <p:extLst>
      <p:ext uri="{BB962C8B-B14F-4D97-AF65-F5344CB8AC3E}">
        <p14:creationId xmlns:p14="http://schemas.microsoft.com/office/powerpoint/2010/main" val="1380281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sdia 2">
    <p:bg>
      <p:bgPr>
        <a:solidFill>
          <a:srgbClr val="C9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Afbeelding 18">
            <a:extLst>
              <a:ext uri="{FF2B5EF4-FFF2-40B4-BE49-F238E27FC236}">
                <a16:creationId xmlns:a16="http://schemas.microsoft.com/office/drawing/2014/main" id="{5488072D-5B4F-7B4D-851D-75FCD499A9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838"/>
          <a:stretch/>
        </p:blipFill>
        <p:spPr>
          <a:xfrm rot="10800000">
            <a:off x="-1" y="-37070"/>
            <a:ext cx="6561435" cy="6895070"/>
          </a:xfrm>
          <a:prstGeom prst="rect">
            <a:avLst/>
          </a:prstGeom>
        </p:spPr>
      </p:pic>
      <p:sp>
        <p:nvSpPr>
          <p:cNvPr id="18" name="Titel 1">
            <a:extLst>
              <a:ext uri="{FF2B5EF4-FFF2-40B4-BE49-F238E27FC236}">
                <a16:creationId xmlns:a16="http://schemas.microsoft.com/office/drawing/2014/main" id="{A56544FA-A256-C148-8EC0-38AA23FF9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534" y="357521"/>
            <a:ext cx="3915910" cy="10697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20" name="Tijdelijke aanduiding voor datum 2">
            <a:extLst>
              <a:ext uri="{FF2B5EF4-FFF2-40B4-BE49-F238E27FC236}">
                <a16:creationId xmlns:a16="http://schemas.microsoft.com/office/drawing/2014/main" id="{9750F696-5A52-D047-AFBD-633F6862EE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21" name="Ondertitel 2">
            <a:extLst>
              <a:ext uri="{FF2B5EF4-FFF2-40B4-BE49-F238E27FC236}">
                <a16:creationId xmlns:a16="http://schemas.microsoft.com/office/drawing/2014/main" id="{151270F3-AC62-8D4D-8233-36B03AC6FA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534" y="1487658"/>
            <a:ext cx="3907143" cy="706902"/>
          </a:xfrm>
        </p:spPr>
        <p:txBody>
          <a:bodyPr lIns="0" tIns="0" rIns="0" bIns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dirty="0"/>
              <a:t>Klikken om de ondertitelstijl van het model te bewerken</a:t>
            </a:r>
          </a:p>
        </p:txBody>
      </p:sp>
      <p:sp>
        <p:nvSpPr>
          <p:cNvPr id="22" name="Tijdelijke aanduiding voor afbeelding 2">
            <a:extLst>
              <a:ext uri="{FF2B5EF4-FFF2-40B4-BE49-F238E27FC236}">
                <a16:creationId xmlns:a16="http://schemas.microsoft.com/office/drawing/2014/main" id="{4B4FCA36-8255-304D-BF45-FBBA527A676D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7439253" y="2282800"/>
            <a:ext cx="3903576" cy="2500212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 dirty="0"/>
          </a:p>
        </p:txBody>
      </p:sp>
      <p:sp>
        <p:nvSpPr>
          <p:cNvPr id="23" name="Tijdelijke aanduiding voor inhoud 2">
            <a:extLst>
              <a:ext uri="{FF2B5EF4-FFF2-40B4-BE49-F238E27FC236}">
                <a16:creationId xmlns:a16="http://schemas.microsoft.com/office/drawing/2014/main" id="{8D7EBC7D-E76A-BA43-9506-B034EDBD4AFF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7439253" y="4848241"/>
            <a:ext cx="3913375" cy="172137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>
              <a:defRPr>
                <a:solidFill>
                  <a:srgbClr val="03152D"/>
                </a:solidFill>
              </a:defRPr>
            </a:lvl2pPr>
            <a:lvl3pPr>
              <a:defRPr>
                <a:solidFill>
                  <a:srgbClr val="03152D"/>
                </a:solidFill>
              </a:defRPr>
            </a:lvl3pPr>
            <a:lvl4pPr>
              <a:defRPr>
                <a:solidFill>
                  <a:srgbClr val="03152D"/>
                </a:solidFill>
              </a:defRPr>
            </a:lvl4pPr>
            <a:lvl5pPr>
              <a:defRPr>
                <a:solidFill>
                  <a:srgbClr val="03152D"/>
                </a:solidFill>
              </a:defRPr>
            </a:lvl5pPr>
          </a:lstStyle>
          <a:p>
            <a:pPr lvl="0"/>
            <a:r>
              <a:rPr lang="nl-NL" dirty="0"/>
              <a:t>Schrijf hier je toelichting</a:t>
            </a:r>
          </a:p>
        </p:txBody>
      </p:sp>
      <p:sp>
        <p:nvSpPr>
          <p:cNvPr id="24" name="Tijdelijke aanduiding voor afbeelding 2">
            <a:extLst>
              <a:ext uri="{FF2B5EF4-FFF2-40B4-BE49-F238E27FC236}">
                <a16:creationId xmlns:a16="http://schemas.microsoft.com/office/drawing/2014/main" id="{3E44204A-826C-034E-86DC-A494DAA7ABC8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712534" y="2294523"/>
            <a:ext cx="3903576" cy="2500212"/>
          </a:xfrm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 dirty="0"/>
          </a:p>
        </p:txBody>
      </p:sp>
      <p:sp>
        <p:nvSpPr>
          <p:cNvPr id="25" name="Tijdelijke aanduiding voor inhoud 2">
            <a:extLst>
              <a:ext uri="{FF2B5EF4-FFF2-40B4-BE49-F238E27FC236}">
                <a16:creationId xmlns:a16="http://schemas.microsoft.com/office/drawing/2014/main" id="{2D976BE9-ED6A-E24B-96B0-C43F814CBA0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712534" y="4859964"/>
            <a:ext cx="3913375" cy="172137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rgbClr val="03152D"/>
                </a:solidFill>
              </a:defRPr>
            </a:lvl2pPr>
            <a:lvl3pPr>
              <a:defRPr>
                <a:solidFill>
                  <a:srgbClr val="03152D"/>
                </a:solidFill>
              </a:defRPr>
            </a:lvl3pPr>
            <a:lvl4pPr>
              <a:defRPr>
                <a:solidFill>
                  <a:srgbClr val="03152D"/>
                </a:solidFill>
              </a:defRPr>
            </a:lvl4pPr>
            <a:lvl5pPr>
              <a:defRPr>
                <a:solidFill>
                  <a:srgbClr val="03152D"/>
                </a:solidFill>
              </a:defRPr>
            </a:lvl5pPr>
          </a:lstStyle>
          <a:p>
            <a:pPr lvl="0"/>
            <a:r>
              <a:rPr lang="nl-NL" dirty="0"/>
              <a:t>Schrijf hier je toelichting</a:t>
            </a:r>
          </a:p>
        </p:txBody>
      </p:sp>
      <p:sp>
        <p:nvSpPr>
          <p:cNvPr id="26" name="Tijdelijke aanduiding voor inhoud 2">
            <a:extLst>
              <a:ext uri="{FF2B5EF4-FFF2-40B4-BE49-F238E27FC236}">
                <a16:creationId xmlns:a16="http://schemas.microsoft.com/office/drawing/2014/main" id="{B8EDE9BB-5BD1-3348-A83D-B1B44EAC3E5D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7439253" y="357522"/>
            <a:ext cx="3913375" cy="1050788"/>
          </a:xfrm>
        </p:spPr>
        <p:txBody>
          <a:bodyPr anchor="ctr"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  <a:latin typeface="Chrono Medium" panose="020B0304000000010002" pitchFamily="34" charset="0"/>
              </a:defRPr>
            </a:lvl1pPr>
            <a:lvl2pPr>
              <a:defRPr>
                <a:solidFill>
                  <a:srgbClr val="03152D"/>
                </a:solidFill>
              </a:defRPr>
            </a:lvl2pPr>
            <a:lvl3pPr>
              <a:defRPr>
                <a:solidFill>
                  <a:srgbClr val="03152D"/>
                </a:solidFill>
              </a:defRPr>
            </a:lvl3pPr>
            <a:lvl4pPr>
              <a:defRPr>
                <a:solidFill>
                  <a:srgbClr val="03152D"/>
                </a:solidFill>
              </a:defRPr>
            </a:lvl4pPr>
            <a:lvl5pPr>
              <a:defRPr>
                <a:solidFill>
                  <a:srgbClr val="03152D"/>
                </a:solidFill>
              </a:defRPr>
            </a:lvl5pPr>
          </a:lstStyle>
          <a:p>
            <a:pPr lvl="0"/>
            <a:r>
              <a:rPr lang="nl-NL" dirty="0"/>
              <a:t>Schrijf hier je toelichting</a:t>
            </a:r>
          </a:p>
        </p:txBody>
      </p:sp>
      <p:sp>
        <p:nvSpPr>
          <p:cNvPr id="27" name="Tijdelijke aanduiding voor inhoud 2">
            <a:extLst>
              <a:ext uri="{FF2B5EF4-FFF2-40B4-BE49-F238E27FC236}">
                <a16:creationId xmlns:a16="http://schemas.microsoft.com/office/drawing/2014/main" id="{1F3528FE-3499-664A-B169-463062A7BA9D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439253" y="1475121"/>
            <a:ext cx="3913375" cy="719439"/>
          </a:xfrm>
        </p:spPr>
        <p:txBody>
          <a:bodyPr anchor="ctr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>
                <a:solidFill>
                  <a:srgbClr val="03152D"/>
                </a:solidFill>
              </a:defRPr>
            </a:lvl2pPr>
            <a:lvl3pPr>
              <a:defRPr>
                <a:solidFill>
                  <a:srgbClr val="03152D"/>
                </a:solidFill>
              </a:defRPr>
            </a:lvl3pPr>
            <a:lvl4pPr>
              <a:defRPr>
                <a:solidFill>
                  <a:srgbClr val="03152D"/>
                </a:solidFill>
              </a:defRPr>
            </a:lvl4pPr>
            <a:lvl5pPr>
              <a:defRPr>
                <a:solidFill>
                  <a:srgbClr val="03152D"/>
                </a:solidFill>
              </a:defRPr>
            </a:lvl5pPr>
          </a:lstStyle>
          <a:p>
            <a:pPr lvl="0"/>
            <a:r>
              <a:rPr lang="nl-NL" dirty="0"/>
              <a:t>Schrijf hier je toelichting</a:t>
            </a:r>
          </a:p>
        </p:txBody>
      </p:sp>
    </p:spTree>
    <p:extLst>
      <p:ext uri="{BB962C8B-B14F-4D97-AF65-F5344CB8AC3E}">
        <p14:creationId xmlns:p14="http://schemas.microsoft.com/office/powerpoint/2010/main" val="3028479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sdia 3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Afbeelding 12">
            <a:extLst>
              <a:ext uri="{FF2B5EF4-FFF2-40B4-BE49-F238E27FC236}">
                <a16:creationId xmlns:a16="http://schemas.microsoft.com/office/drawing/2014/main" id="{0FB4AD90-1276-C348-A6ED-659D03805A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4945"/>
          <a:stretch/>
        </p:blipFill>
        <p:spPr>
          <a:xfrm rot="10800000">
            <a:off x="-1" y="0"/>
            <a:ext cx="6548147" cy="6858001"/>
          </a:xfrm>
          <a:prstGeom prst="rect">
            <a:avLst/>
          </a:prstGeom>
        </p:spPr>
      </p:pic>
      <p:sp>
        <p:nvSpPr>
          <p:cNvPr id="17" name="Titel 1">
            <a:extLst>
              <a:ext uri="{FF2B5EF4-FFF2-40B4-BE49-F238E27FC236}">
                <a16:creationId xmlns:a16="http://schemas.microsoft.com/office/drawing/2014/main" id="{ADAE4916-C446-8C4C-825C-28B0F0FB0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534" y="357521"/>
            <a:ext cx="3915910" cy="10697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19" name="Tijdelijke aanduiding voor datum 2">
            <a:extLst>
              <a:ext uri="{FF2B5EF4-FFF2-40B4-BE49-F238E27FC236}">
                <a16:creationId xmlns:a16="http://schemas.microsoft.com/office/drawing/2014/main" id="{2E79B720-925F-684D-8001-E167DE3653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25" name="Tijdelijke aanduiding voor inhoud 2">
            <a:extLst>
              <a:ext uri="{FF2B5EF4-FFF2-40B4-BE49-F238E27FC236}">
                <a16:creationId xmlns:a16="http://schemas.microsoft.com/office/drawing/2014/main" id="{11EC0157-9A96-C948-800B-D9B50F3659CA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7439253" y="357522"/>
            <a:ext cx="3913375" cy="1050788"/>
          </a:xfrm>
        </p:spPr>
        <p:txBody>
          <a:bodyPr anchor="ctr"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  <a:latin typeface="Chrono Medium" panose="020B0304000000010002" pitchFamily="34" charset="0"/>
              </a:defRPr>
            </a:lvl1pPr>
            <a:lvl2pPr>
              <a:defRPr>
                <a:solidFill>
                  <a:srgbClr val="03152D"/>
                </a:solidFill>
              </a:defRPr>
            </a:lvl2pPr>
            <a:lvl3pPr>
              <a:defRPr>
                <a:solidFill>
                  <a:srgbClr val="03152D"/>
                </a:solidFill>
              </a:defRPr>
            </a:lvl3pPr>
            <a:lvl4pPr>
              <a:defRPr>
                <a:solidFill>
                  <a:srgbClr val="03152D"/>
                </a:solidFill>
              </a:defRPr>
            </a:lvl4pPr>
            <a:lvl5pPr>
              <a:defRPr>
                <a:solidFill>
                  <a:srgbClr val="03152D"/>
                </a:solidFill>
              </a:defRPr>
            </a:lvl5pPr>
          </a:lstStyle>
          <a:p>
            <a:pPr lvl="0"/>
            <a:r>
              <a:rPr lang="nl-NL" dirty="0"/>
              <a:t>Schrijf hier je toelichting</a:t>
            </a:r>
          </a:p>
        </p:txBody>
      </p:sp>
    </p:spTree>
    <p:extLst>
      <p:ext uri="{BB962C8B-B14F-4D97-AF65-F5344CB8AC3E}">
        <p14:creationId xmlns:p14="http://schemas.microsoft.com/office/powerpoint/2010/main" val="3321652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sdia 4">
    <p:bg>
      <p:bgPr>
        <a:solidFill>
          <a:srgbClr val="C9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Afbeelding 37">
            <a:extLst>
              <a:ext uri="{FF2B5EF4-FFF2-40B4-BE49-F238E27FC236}">
                <a16:creationId xmlns:a16="http://schemas.microsoft.com/office/drawing/2014/main" id="{34A58BF6-00C5-204E-B167-7BCD977FAA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4838"/>
          <a:stretch/>
        </p:blipFill>
        <p:spPr>
          <a:xfrm rot="10800000">
            <a:off x="-1" y="-37070"/>
            <a:ext cx="6561435" cy="6895070"/>
          </a:xfrm>
          <a:prstGeom prst="rect">
            <a:avLst/>
          </a:prstGeom>
        </p:spPr>
      </p:pic>
      <p:sp>
        <p:nvSpPr>
          <p:cNvPr id="29" name="Titel 1">
            <a:extLst>
              <a:ext uri="{FF2B5EF4-FFF2-40B4-BE49-F238E27FC236}">
                <a16:creationId xmlns:a16="http://schemas.microsoft.com/office/drawing/2014/main" id="{7087031B-84D6-CC49-B3C1-26450CA11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534" y="357521"/>
            <a:ext cx="3915910" cy="10697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36" name="Tijdelijke aanduiding voor inhoud 2">
            <a:extLst>
              <a:ext uri="{FF2B5EF4-FFF2-40B4-BE49-F238E27FC236}">
                <a16:creationId xmlns:a16="http://schemas.microsoft.com/office/drawing/2014/main" id="{65D0427F-9CE7-3340-8663-AC48A24E781F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7439253" y="357522"/>
            <a:ext cx="3913375" cy="1050788"/>
          </a:xfrm>
        </p:spPr>
        <p:txBody>
          <a:bodyPr anchor="ctr"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  <a:latin typeface="Chrono Medium" panose="020B0304000000010002" pitchFamily="34" charset="0"/>
              </a:defRPr>
            </a:lvl1pPr>
            <a:lvl2pPr>
              <a:defRPr>
                <a:solidFill>
                  <a:srgbClr val="03152D"/>
                </a:solidFill>
              </a:defRPr>
            </a:lvl2pPr>
            <a:lvl3pPr>
              <a:defRPr>
                <a:solidFill>
                  <a:srgbClr val="03152D"/>
                </a:solidFill>
              </a:defRPr>
            </a:lvl3pPr>
            <a:lvl4pPr>
              <a:defRPr>
                <a:solidFill>
                  <a:srgbClr val="03152D"/>
                </a:solidFill>
              </a:defRPr>
            </a:lvl4pPr>
            <a:lvl5pPr>
              <a:defRPr>
                <a:solidFill>
                  <a:srgbClr val="03152D"/>
                </a:solidFill>
              </a:defRPr>
            </a:lvl5pPr>
          </a:lstStyle>
          <a:p>
            <a:pPr lvl="0"/>
            <a:r>
              <a:rPr lang="nl-NL" dirty="0"/>
              <a:t>Schrijf hier je toelichting</a:t>
            </a:r>
          </a:p>
        </p:txBody>
      </p:sp>
    </p:spTree>
    <p:extLst>
      <p:ext uri="{BB962C8B-B14F-4D97-AF65-F5344CB8AC3E}">
        <p14:creationId xmlns:p14="http://schemas.microsoft.com/office/powerpoint/2010/main" val="1604316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style dia 2">
    <p:bg>
      <p:bgPr>
        <a:solidFill>
          <a:srgbClr val="5E4E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D6424C61-A262-C44D-9AFD-41A30919C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F7E869CB-756E-E74D-84F6-BA9D0A099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AAC4AC5-BF4D-1346-A9B4-B52E773C7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05503B95-6EFF-5848-B4DC-4725F1935F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8903659">
            <a:off x="-1757986" y="-293490"/>
            <a:ext cx="8061285" cy="12127596"/>
          </a:xfrm>
          <a:prstGeom prst="rect">
            <a:avLst/>
          </a:prstGeom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B29657BB-2CF9-CB48-9060-35F46800E3C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31996" y="2205576"/>
            <a:ext cx="4203540" cy="4203540"/>
          </a:xfrm>
          <a:prstGeom prst="rect">
            <a:avLst/>
          </a:prstGeom>
        </p:spPr>
      </p:pic>
      <p:sp>
        <p:nvSpPr>
          <p:cNvPr id="12" name="Titel 1">
            <a:extLst>
              <a:ext uri="{FF2B5EF4-FFF2-40B4-BE49-F238E27FC236}">
                <a16:creationId xmlns:a16="http://schemas.microsoft.com/office/drawing/2014/main" id="{840966B5-5323-4E42-A16E-7EAB777BC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2175" y="2460567"/>
            <a:ext cx="3823855" cy="3873731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6011201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style dia 3">
    <p:bg>
      <p:bgPr>
        <a:solidFill>
          <a:srgbClr val="2E24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5A9828C-984E-3B4C-8D99-30A9299D4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E3E0E32-BE2A-984C-BCCA-B9E8E3D89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B500B986-B3A4-1243-BC4E-422A643C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pic>
        <p:nvPicPr>
          <p:cNvPr id="18" name="Afbeelding 17">
            <a:extLst>
              <a:ext uri="{FF2B5EF4-FFF2-40B4-BE49-F238E27FC236}">
                <a16:creationId xmlns:a16="http://schemas.microsoft.com/office/drawing/2014/main" id="{924BA7B9-77A2-484C-99BF-808941B23D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" y="-4722490"/>
            <a:ext cx="11194474" cy="16841243"/>
          </a:xfrm>
          <a:prstGeom prst="rect">
            <a:avLst/>
          </a:prstGeom>
        </p:spPr>
      </p:pic>
      <p:pic>
        <p:nvPicPr>
          <p:cNvPr id="21" name="Afbeelding 20">
            <a:extLst>
              <a:ext uri="{FF2B5EF4-FFF2-40B4-BE49-F238E27FC236}">
                <a16:creationId xmlns:a16="http://schemas.microsoft.com/office/drawing/2014/main" id="{A041F030-5BE3-AE46-9DE3-654A0C863D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98735" y="846495"/>
            <a:ext cx="5656948" cy="5656948"/>
          </a:xfrm>
          <a:prstGeom prst="rect">
            <a:avLst/>
          </a:prstGeom>
        </p:spPr>
      </p:pic>
      <p:sp>
        <p:nvSpPr>
          <p:cNvPr id="8" name="Titel 1">
            <a:extLst>
              <a:ext uri="{FF2B5EF4-FFF2-40B4-BE49-F238E27FC236}">
                <a16:creationId xmlns:a16="http://schemas.microsoft.com/office/drawing/2014/main" id="{14D26682-CF9C-6B48-8BCA-6E21ECA4A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1872" y="2975812"/>
            <a:ext cx="5097178" cy="147470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210E47ED-0CCC-234A-98CB-C121BB1DD33B}"/>
              </a:ext>
            </a:extLst>
          </p:cNvPr>
          <p:cNvSpPr txBox="1">
            <a:spLocks/>
          </p:cNvSpPr>
          <p:nvPr userDrawn="1"/>
        </p:nvSpPr>
        <p:spPr>
          <a:xfrm>
            <a:off x="349137" y="532006"/>
            <a:ext cx="5037826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Chrono" panose="02000000000000000000" pitchFamily="2" charset="0"/>
                <a:ea typeface="+mj-ea"/>
                <a:cs typeface="+mj-cs"/>
              </a:defRPr>
            </a:lvl1pPr>
          </a:lstStyle>
          <a:p>
            <a:r>
              <a:rPr lang="nl-NL" dirty="0">
                <a:solidFill>
                  <a:srgbClr val="03152D"/>
                </a:solidFill>
              </a:rPr>
              <a:t>Klik om stijl te bewerken</a:t>
            </a:r>
          </a:p>
        </p:txBody>
      </p:sp>
      <p:sp>
        <p:nvSpPr>
          <p:cNvPr id="10" name="Tijdelijke aanduiding voor inhoud 2">
            <a:extLst>
              <a:ext uri="{FF2B5EF4-FFF2-40B4-BE49-F238E27FC236}">
                <a16:creationId xmlns:a16="http://schemas.microsoft.com/office/drawing/2014/main" id="{303B8E8C-334B-A944-83D6-6AD07795C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136" y="1992506"/>
            <a:ext cx="5039263" cy="4351338"/>
          </a:xfrm>
        </p:spPr>
        <p:txBody>
          <a:bodyPr/>
          <a:lstStyle>
            <a:lvl1pPr>
              <a:defRPr>
                <a:solidFill>
                  <a:srgbClr val="03152D"/>
                </a:solidFill>
              </a:defRPr>
            </a:lvl1pPr>
            <a:lvl2pPr>
              <a:defRPr>
                <a:solidFill>
                  <a:srgbClr val="03152D"/>
                </a:solidFill>
              </a:defRPr>
            </a:lvl2pPr>
            <a:lvl3pPr>
              <a:defRPr>
                <a:solidFill>
                  <a:srgbClr val="03152D"/>
                </a:solidFill>
              </a:defRPr>
            </a:lvl3pPr>
            <a:lvl4pPr>
              <a:defRPr>
                <a:solidFill>
                  <a:srgbClr val="03152D"/>
                </a:solidFill>
              </a:defRPr>
            </a:lvl4pPr>
            <a:lvl5pPr>
              <a:defRPr>
                <a:solidFill>
                  <a:srgbClr val="03152D"/>
                </a:solidFill>
              </a:defRPr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2606257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 | Donkerblauw">
    <p:bg>
      <p:bgPr>
        <a:solidFill>
          <a:srgbClr val="0315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4EF50A6-407E-D641-A8A2-BFB3F5A7E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0B6F8DF-44A8-D44F-9A3F-63CDEE6DA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FE697D1-0F7C-EA47-ACCE-0EBF1B42C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E7BFA98D-6D18-3642-8323-8EEA442F4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125944791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 | Donkerpaars">
    <p:bg>
      <p:bgPr>
        <a:solidFill>
          <a:srgbClr val="2E24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4EF50A6-407E-D641-A8A2-BFB3F5A7E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0B6F8DF-44A8-D44F-9A3F-63CDEE6DA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FE697D1-0F7C-EA47-ACCE-0EBF1B42C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9AFBA159-B724-924B-8647-ED0DEA211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57854719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 | Paars">
    <p:bg>
      <p:bgPr>
        <a:solidFill>
          <a:srgbClr val="5E4E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4EF50A6-407E-D641-A8A2-BFB3F5A7E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0B6F8DF-44A8-D44F-9A3F-63CDEE6DA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FE697D1-0F7C-EA47-ACCE-0EBF1B42C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372CBEA6-0972-E14C-811B-C7DFB8042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40849523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 | Groen">
    <p:bg>
      <p:bgPr>
        <a:solidFill>
          <a:srgbClr val="15A8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4EF50A6-407E-D641-A8A2-BFB3F5A7E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0B6F8DF-44A8-D44F-9A3F-63CDEE6DA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FE697D1-0F7C-EA47-ACCE-0EBF1B42C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BE35F9C3-AF5C-E84A-B923-CC0326C8C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18437160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 | Lichtgroen">
    <p:bg>
      <p:bgPr>
        <a:solidFill>
          <a:srgbClr val="C9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4EF50A6-407E-D641-A8A2-BFB3F5A7E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0B6F8DF-44A8-D44F-9A3F-63CDEE6DA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FE697D1-0F7C-EA47-ACCE-0EBF1B42C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2B6B0C8E-374C-3F46-AF3B-81DC97217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329565037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 | W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54E1A5-C007-E140-AA80-9CB9F1640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DEDC3BB9-B3D6-3A42-AB05-2DCE6DE57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A232FBD-E188-2746-AB3E-78495902E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0D35B67-125A-8E49-A9A0-71ABEE2AD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6457593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co dia | Donkerblauw">
    <p:bg>
      <p:bgPr>
        <a:solidFill>
          <a:srgbClr val="0315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4EF50A6-407E-D641-A8A2-BFB3F5A7E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0B6F8DF-44A8-D44F-9A3F-63CDEE6DA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FE697D1-0F7C-EA47-ACCE-0EBF1B42C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5566218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co dia | Donkerpaars">
    <p:bg>
      <p:bgPr>
        <a:solidFill>
          <a:srgbClr val="2E24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4EF50A6-407E-D641-A8A2-BFB3F5A7E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0B6F8DF-44A8-D44F-9A3F-63CDEE6DA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FE697D1-0F7C-EA47-ACCE-0EBF1B42C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2105516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co dia | Paars">
    <p:bg>
      <p:bgPr>
        <a:solidFill>
          <a:srgbClr val="5E4E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4EF50A6-407E-D641-A8A2-BFB3F5A7E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0B6F8DF-44A8-D44F-9A3F-63CDEE6DA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FE697D1-0F7C-EA47-ACCE-0EBF1B42C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2348295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co dia | Groen">
    <p:bg>
      <p:bgPr>
        <a:solidFill>
          <a:srgbClr val="15A8B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4EF50A6-407E-D641-A8A2-BFB3F5A7E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0B6F8DF-44A8-D44F-9A3F-63CDEE6DA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FE697D1-0F7C-EA47-ACCE-0EBF1B42C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2953019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co dia | Lichtgroen">
    <p:bg>
      <p:bgPr>
        <a:solidFill>
          <a:srgbClr val="C9E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E4EF50A6-407E-D641-A8A2-BFB3F5A7E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20B6F8DF-44A8-D44F-9A3F-63CDEE6DA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FE697D1-0F7C-EA47-ACCE-0EBF1B42C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6193403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 dia | W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DEDC3BB9-B3D6-3A42-AB05-2DCE6DE57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A232FBD-E188-2746-AB3E-78495902E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0D35B67-125A-8E49-A9A0-71ABEE2AD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3397192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htergrondfotot | Donker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AF709B1F-BDAA-F942-BCF2-A16BA9B10E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hthoek 10">
            <a:extLst>
              <a:ext uri="{FF2B5EF4-FFF2-40B4-BE49-F238E27FC236}">
                <a16:creationId xmlns:a16="http://schemas.microsoft.com/office/drawing/2014/main" id="{CC29D382-D458-FA47-9A59-97E876D87F3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152D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3650275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htergrondfotot | Donkerpa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Afbeelding 12">
            <a:extLst>
              <a:ext uri="{FF2B5EF4-FFF2-40B4-BE49-F238E27FC236}">
                <a16:creationId xmlns:a16="http://schemas.microsoft.com/office/drawing/2014/main" id="{D9F466E6-8BAB-2C49-89E5-359AED5E76F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770" b="8317"/>
          <a:stretch/>
        </p:blipFill>
        <p:spPr>
          <a:xfrm>
            <a:off x="-12358" y="0"/>
            <a:ext cx="12258933" cy="6858000"/>
          </a:xfrm>
          <a:prstGeom prst="rect">
            <a:avLst/>
          </a:prstGeom>
        </p:spPr>
      </p:pic>
      <p:sp>
        <p:nvSpPr>
          <p:cNvPr id="11" name="Rechthoek 10">
            <a:extLst>
              <a:ext uri="{FF2B5EF4-FFF2-40B4-BE49-F238E27FC236}">
                <a16:creationId xmlns:a16="http://schemas.microsoft.com/office/drawing/2014/main" id="{CC29D382-D458-FA47-9A59-97E876D87F3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2465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4277871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htergrondfoto | Pa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AF709B1F-BDAA-F942-BCF2-A16BA9B10E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hthoek 10">
            <a:extLst>
              <a:ext uri="{FF2B5EF4-FFF2-40B4-BE49-F238E27FC236}">
                <a16:creationId xmlns:a16="http://schemas.microsoft.com/office/drawing/2014/main" id="{CC29D382-D458-FA47-9A59-97E876D87F3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E4EA0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558977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htergrondfoto | Gro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2A184A87-352B-F341-81BB-DA2D1403BC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322" t="7709" b="903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hthoek 10">
            <a:extLst>
              <a:ext uri="{FF2B5EF4-FFF2-40B4-BE49-F238E27FC236}">
                <a16:creationId xmlns:a16="http://schemas.microsoft.com/office/drawing/2014/main" id="{CC29D382-D458-FA47-9A59-97E876D87F3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5A8B8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2297282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htergrondfoto | Lichtgro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Afbeelding 6">
            <a:extLst>
              <a:ext uri="{FF2B5EF4-FFF2-40B4-BE49-F238E27FC236}">
                <a16:creationId xmlns:a16="http://schemas.microsoft.com/office/drawing/2014/main" id="{6A52691C-95FA-5745-9D12-ED425FBCDA3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969" b="1265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hthoek 10">
            <a:extLst>
              <a:ext uri="{FF2B5EF4-FFF2-40B4-BE49-F238E27FC236}">
                <a16:creationId xmlns:a16="http://schemas.microsoft.com/office/drawing/2014/main" id="{CC29D382-D458-FA47-9A59-97E876D87F3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8DDE3">
              <a:alpha val="7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9272942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dia">
    <p:bg>
      <p:bgPr>
        <a:solidFill>
          <a:srgbClr val="5E4E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02F4D3-26AE-664A-B7F9-7E632EDFD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6" name="Ovaal 5">
            <a:extLst>
              <a:ext uri="{FF2B5EF4-FFF2-40B4-BE49-F238E27FC236}">
                <a16:creationId xmlns:a16="http://schemas.microsoft.com/office/drawing/2014/main" id="{3B862B65-35DE-0040-856D-6E77CB99EEA3}"/>
              </a:ext>
            </a:extLst>
          </p:cNvPr>
          <p:cNvSpPr/>
          <p:nvPr userDrawn="1"/>
        </p:nvSpPr>
        <p:spPr>
          <a:xfrm>
            <a:off x="452906" y="1940047"/>
            <a:ext cx="2205318" cy="220531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Ovaal 6">
            <a:extLst>
              <a:ext uri="{FF2B5EF4-FFF2-40B4-BE49-F238E27FC236}">
                <a16:creationId xmlns:a16="http://schemas.microsoft.com/office/drawing/2014/main" id="{15F2770B-C25A-F242-95A5-6781F5E8EF4C}"/>
              </a:ext>
            </a:extLst>
          </p:cNvPr>
          <p:cNvSpPr/>
          <p:nvPr userDrawn="1"/>
        </p:nvSpPr>
        <p:spPr>
          <a:xfrm>
            <a:off x="3484874" y="1940047"/>
            <a:ext cx="2205318" cy="220531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Ovaal 7">
            <a:extLst>
              <a:ext uri="{FF2B5EF4-FFF2-40B4-BE49-F238E27FC236}">
                <a16:creationId xmlns:a16="http://schemas.microsoft.com/office/drawing/2014/main" id="{5E7EF881-A428-3049-A800-B609B73D0512}"/>
              </a:ext>
            </a:extLst>
          </p:cNvPr>
          <p:cNvSpPr/>
          <p:nvPr userDrawn="1"/>
        </p:nvSpPr>
        <p:spPr>
          <a:xfrm>
            <a:off x="6543262" y="1940047"/>
            <a:ext cx="2205318" cy="220531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Ovaal 8">
            <a:extLst>
              <a:ext uri="{FF2B5EF4-FFF2-40B4-BE49-F238E27FC236}">
                <a16:creationId xmlns:a16="http://schemas.microsoft.com/office/drawing/2014/main" id="{98AC495C-1171-E34B-A27A-7DB6ED572334}"/>
              </a:ext>
            </a:extLst>
          </p:cNvPr>
          <p:cNvSpPr/>
          <p:nvPr userDrawn="1"/>
        </p:nvSpPr>
        <p:spPr>
          <a:xfrm>
            <a:off x="9591376" y="1940047"/>
            <a:ext cx="2205318" cy="220531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3AAC0158-7D04-B540-85D6-D49BF3479EA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14340" y="4475152"/>
            <a:ext cx="2482451" cy="259080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Chrono" panose="02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dirty="0"/>
              <a:t>Naam</a:t>
            </a:r>
          </a:p>
        </p:txBody>
      </p:sp>
      <p:sp>
        <p:nvSpPr>
          <p:cNvPr id="11" name="Tijdelijke aanduiding voor tekst 3">
            <a:extLst>
              <a:ext uri="{FF2B5EF4-FFF2-40B4-BE49-F238E27FC236}">
                <a16:creationId xmlns:a16="http://schemas.microsoft.com/office/drawing/2014/main" id="{530D8CB3-B13D-1542-BDB8-1DBBDD9C160E}"/>
              </a:ext>
            </a:extLst>
          </p:cNvPr>
          <p:cNvSpPr>
            <a:spLocks noGrp="1"/>
          </p:cNvSpPr>
          <p:nvPr>
            <p:ph type="body" sz="half" idx="13" hasCustomPrompt="1"/>
          </p:nvPr>
        </p:nvSpPr>
        <p:spPr>
          <a:xfrm>
            <a:off x="314340" y="4828533"/>
            <a:ext cx="2482451" cy="216075"/>
          </a:xfr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dirty="0"/>
              <a:t>Functie</a:t>
            </a:r>
          </a:p>
        </p:txBody>
      </p:sp>
      <p:sp>
        <p:nvSpPr>
          <p:cNvPr id="12" name="Tijdelijke aanduiding voor tekst 3">
            <a:extLst>
              <a:ext uri="{FF2B5EF4-FFF2-40B4-BE49-F238E27FC236}">
                <a16:creationId xmlns:a16="http://schemas.microsoft.com/office/drawing/2014/main" id="{62790C49-9B1B-E641-BBED-237D957A9386}"/>
              </a:ext>
            </a:extLst>
          </p:cNvPr>
          <p:cNvSpPr>
            <a:spLocks noGrp="1"/>
          </p:cNvSpPr>
          <p:nvPr>
            <p:ph type="body" sz="half" idx="14" hasCustomPrompt="1"/>
          </p:nvPr>
        </p:nvSpPr>
        <p:spPr>
          <a:xfrm>
            <a:off x="314340" y="5237786"/>
            <a:ext cx="2482451" cy="18696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dirty="0"/>
              <a:t>Telefoon</a:t>
            </a:r>
          </a:p>
        </p:txBody>
      </p:sp>
      <p:sp>
        <p:nvSpPr>
          <p:cNvPr id="13" name="Tijdelijke aanduiding voor tekst 3">
            <a:extLst>
              <a:ext uri="{FF2B5EF4-FFF2-40B4-BE49-F238E27FC236}">
                <a16:creationId xmlns:a16="http://schemas.microsoft.com/office/drawing/2014/main" id="{6C40EC64-8BA6-9C4B-9332-44607A1714C6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314340" y="5482655"/>
            <a:ext cx="2482451" cy="2195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dirty="0"/>
              <a:t>E-mail</a:t>
            </a:r>
          </a:p>
        </p:txBody>
      </p:sp>
      <p:sp>
        <p:nvSpPr>
          <p:cNvPr id="14" name="Tijdelijke aanduiding voor tekst 3">
            <a:extLst>
              <a:ext uri="{FF2B5EF4-FFF2-40B4-BE49-F238E27FC236}">
                <a16:creationId xmlns:a16="http://schemas.microsoft.com/office/drawing/2014/main" id="{48B6D6A5-DCC5-5942-88C4-F176E4C0F82F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3346308" y="4473439"/>
            <a:ext cx="2482451" cy="259080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Chrono" panose="02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dirty="0"/>
              <a:t>Naam</a:t>
            </a:r>
          </a:p>
        </p:txBody>
      </p:sp>
      <p:sp>
        <p:nvSpPr>
          <p:cNvPr id="15" name="Tijdelijke aanduiding voor tekst 3">
            <a:extLst>
              <a:ext uri="{FF2B5EF4-FFF2-40B4-BE49-F238E27FC236}">
                <a16:creationId xmlns:a16="http://schemas.microsoft.com/office/drawing/2014/main" id="{7AD8D52A-E656-494B-8776-59950B5AE83A}"/>
              </a:ext>
            </a:extLst>
          </p:cNvPr>
          <p:cNvSpPr>
            <a:spLocks noGrp="1"/>
          </p:cNvSpPr>
          <p:nvPr>
            <p:ph type="body" sz="half" idx="17" hasCustomPrompt="1"/>
          </p:nvPr>
        </p:nvSpPr>
        <p:spPr>
          <a:xfrm>
            <a:off x="3346308" y="4826820"/>
            <a:ext cx="2482451" cy="216075"/>
          </a:xfr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dirty="0"/>
              <a:t>Functie</a:t>
            </a:r>
          </a:p>
        </p:txBody>
      </p:sp>
      <p:sp>
        <p:nvSpPr>
          <p:cNvPr id="16" name="Tijdelijke aanduiding voor tekst 3">
            <a:extLst>
              <a:ext uri="{FF2B5EF4-FFF2-40B4-BE49-F238E27FC236}">
                <a16:creationId xmlns:a16="http://schemas.microsoft.com/office/drawing/2014/main" id="{9267ABB3-C96A-964C-9553-1B26080AB8C8}"/>
              </a:ext>
            </a:extLst>
          </p:cNvPr>
          <p:cNvSpPr>
            <a:spLocks noGrp="1"/>
          </p:cNvSpPr>
          <p:nvPr>
            <p:ph type="body" sz="half" idx="18" hasCustomPrompt="1"/>
          </p:nvPr>
        </p:nvSpPr>
        <p:spPr>
          <a:xfrm>
            <a:off x="3346308" y="5236073"/>
            <a:ext cx="2482451" cy="18696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dirty="0"/>
              <a:t>Telefoon</a:t>
            </a:r>
          </a:p>
        </p:txBody>
      </p:sp>
      <p:sp>
        <p:nvSpPr>
          <p:cNvPr id="17" name="Tijdelijke aanduiding voor tekst 3">
            <a:extLst>
              <a:ext uri="{FF2B5EF4-FFF2-40B4-BE49-F238E27FC236}">
                <a16:creationId xmlns:a16="http://schemas.microsoft.com/office/drawing/2014/main" id="{10092AD6-1198-9246-A33C-E276027BAA9B}"/>
              </a:ext>
            </a:extLst>
          </p:cNvPr>
          <p:cNvSpPr>
            <a:spLocks noGrp="1"/>
          </p:cNvSpPr>
          <p:nvPr>
            <p:ph type="body" sz="half" idx="19" hasCustomPrompt="1"/>
          </p:nvPr>
        </p:nvSpPr>
        <p:spPr>
          <a:xfrm>
            <a:off x="3346308" y="5480942"/>
            <a:ext cx="2482451" cy="2195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dirty="0"/>
              <a:t>E-mail</a:t>
            </a:r>
          </a:p>
        </p:txBody>
      </p:sp>
      <p:sp>
        <p:nvSpPr>
          <p:cNvPr id="18" name="Tijdelijke aanduiding voor tekst 3">
            <a:extLst>
              <a:ext uri="{FF2B5EF4-FFF2-40B4-BE49-F238E27FC236}">
                <a16:creationId xmlns:a16="http://schemas.microsoft.com/office/drawing/2014/main" id="{2DE16F69-21E1-854D-9AE1-30C36CD30F5C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6404696" y="4473439"/>
            <a:ext cx="2482451" cy="259080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Chrono" panose="02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dirty="0"/>
              <a:t>Naam</a:t>
            </a:r>
          </a:p>
        </p:txBody>
      </p:sp>
      <p:sp>
        <p:nvSpPr>
          <p:cNvPr id="19" name="Tijdelijke aanduiding voor tekst 3">
            <a:extLst>
              <a:ext uri="{FF2B5EF4-FFF2-40B4-BE49-F238E27FC236}">
                <a16:creationId xmlns:a16="http://schemas.microsoft.com/office/drawing/2014/main" id="{EA3567FE-0599-984E-A1DA-9B5D89309791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404696" y="4826820"/>
            <a:ext cx="2482451" cy="216075"/>
          </a:xfr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dirty="0"/>
              <a:t>Functie</a:t>
            </a:r>
          </a:p>
        </p:txBody>
      </p:sp>
      <p:sp>
        <p:nvSpPr>
          <p:cNvPr id="20" name="Tijdelijke aanduiding voor tekst 3">
            <a:extLst>
              <a:ext uri="{FF2B5EF4-FFF2-40B4-BE49-F238E27FC236}">
                <a16:creationId xmlns:a16="http://schemas.microsoft.com/office/drawing/2014/main" id="{7C0D4CD9-C6C6-5A43-BDE3-CD6FE5E25820}"/>
              </a:ext>
            </a:extLst>
          </p:cNvPr>
          <p:cNvSpPr>
            <a:spLocks noGrp="1"/>
          </p:cNvSpPr>
          <p:nvPr>
            <p:ph type="body" sz="half" idx="22" hasCustomPrompt="1"/>
          </p:nvPr>
        </p:nvSpPr>
        <p:spPr>
          <a:xfrm>
            <a:off x="6404696" y="5236073"/>
            <a:ext cx="2482451" cy="18696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dirty="0"/>
              <a:t>Telefoon</a:t>
            </a:r>
          </a:p>
        </p:txBody>
      </p:sp>
      <p:sp>
        <p:nvSpPr>
          <p:cNvPr id="21" name="Tijdelijke aanduiding voor tekst 3">
            <a:extLst>
              <a:ext uri="{FF2B5EF4-FFF2-40B4-BE49-F238E27FC236}">
                <a16:creationId xmlns:a16="http://schemas.microsoft.com/office/drawing/2014/main" id="{5B5B4F1F-E690-2747-AA5C-E3E11633E1BB}"/>
              </a:ext>
            </a:extLst>
          </p:cNvPr>
          <p:cNvSpPr>
            <a:spLocks noGrp="1"/>
          </p:cNvSpPr>
          <p:nvPr>
            <p:ph type="body" sz="half" idx="23" hasCustomPrompt="1"/>
          </p:nvPr>
        </p:nvSpPr>
        <p:spPr>
          <a:xfrm>
            <a:off x="6404696" y="5480942"/>
            <a:ext cx="2482451" cy="2195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dirty="0"/>
              <a:t>E-mail</a:t>
            </a:r>
          </a:p>
        </p:txBody>
      </p:sp>
      <p:sp>
        <p:nvSpPr>
          <p:cNvPr id="22" name="Tijdelijke aanduiding voor tekst 3">
            <a:extLst>
              <a:ext uri="{FF2B5EF4-FFF2-40B4-BE49-F238E27FC236}">
                <a16:creationId xmlns:a16="http://schemas.microsoft.com/office/drawing/2014/main" id="{2D01A8A7-8C87-A24C-9341-D5A96AAD3DB2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9452810" y="4473439"/>
            <a:ext cx="2482451" cy="259080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Chrono" panose="020000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dirty="0"/>
              <a:t>Naam</a:t>
            </a:r>
          </a:p>
        </p:txBody>
      </p:sp>
      <p:sp>
        <p:nvSpPr>
          <p:cNvPr id="23" name="Tijdelijke aanduiding voor tekst 3">
            <a:extLst>
              <a:ext uri="{FF2B5EF4-FFF2-40B4-BE49-F238E27FC236}">
                <a16:creationId xmlns:a16="http://schemas.microsoft.com/office/drawing/2014/main" id="{F0A9CD24-69C2-044B-BDEE-AD7B0087792D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9452810" y="4826820"/>
            <a:ext cx="2482451" cy="216075"/>
          </a:xfr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dirty="0"/>
              <a:t>Functie</a:t>
            </a:r>
          </a:p>
        </p:txBody>
      </p:sp>
      <p:sp>
        <p:nvSpPr>
          <p:cNvPr id="24" name="Tijdelijke aanduiding voor tekst 3">
            <a:extLst>
              <a:ext uri="{FF2B5EF4-FFF2-40B4-BE49-F238E27FC236}">
                <a16:creationId xmlns:a16="http://schemas.microsoft.com/office/drawing/2014/main" id="{CDD5E44F-E17C-5E42-BD53-A6140AC23756}"/>
              </a:ext>
            </a:extLst>
          </p:cNvPr>
          <p:cNvSpPr>
            <a:spLocks noGrp="1"/>
          </p:cNvSpPr>
          <p:nvPr>
            <p:ph type="body" sz="half" idx="26" hasCustomPrompt="1"/>
          </p:nvPr>
        </p:nvSpPr>
        <p:spPr>
          <a:xfrm>
            <a:off x="9452810" y="5236073"/>
            <a:ext cx="2482451" cy="18696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dirty="0"/>
              <a:t>Telefoon</a:t>
            </a:r>
          </a:p>
        </p:txBody>
      </p:sp>
      <p:sp>
        <p:nvSpPr>
          <p:cNvPr id="25" name="Tijdelijke aanduiding voor tekst 3">
            <a:extLst>
              <a:ext uri="{FF2B5EF4-FFF2-40B4-BE49-F238E27FC236}">
                <a16:creationId xmlns:a16="http://schemas.microsoft.com/office/drawing/2014/main" id="{38141A26-22EB-1C46-9995-68DC4004D64B}"/>
              </a:ext>
            </a:extLst>
          </p:cNvPr>
          <p:cNvSpPr>
            <a:spLocks noGrp="1"/>
          </p:cNvSpPr>
          <p:nvPr>
            <p:ph type="body" sz="half" idx="27" hasCustomPrompt="1"/>
          </p:nvPr>
        </p:nvSpPr>
        <p:spPr>
          <a:xfrm>
            <a:off x="9452810" y="5480942"/>
            <a:ext cx="2482451" cy="2195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dirty="0"/>
              <a:t>E-mail</a:t>
            </a:r>
          </a:p>
        </p:txBody>
      </p:sp>
    </p:spTree>
    <p:extLst>
      <p:ext uri="{BB962C8B-B14F-4D97-AF65-F5344CB8AC3E}">
        <p14:creationId xmlns:p14="http://schemas.microsoft.com/office/powerpoint/2010/main" val="4147391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2AB1F4F6-045C-6B4A-8734-A6B410C7F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A568F95-31A3-5B4E-BC34-5F4C521ABE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E555DF1-018E-F644-B23B-00C8A1BB59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60C87D-0265-F944-823F-985D13061528}" type="datetimeFigureOut">
              <a:rPr lang="nl-NL" smtClean="0"/>
              <a:t>19-06-19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CBD0571-44FD-F843-AE15-E0DC04509B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EE20AA9-4F04-0042-A7B7-76C4F30343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9B9132-4943-2A48-9A32-AA3D491FAE46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7272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711" r:id="rId3"/>
    <p:sldLayoutId id="2147483649" r:id="rId4"/>
    <p:sldLayoutId id="2147483692" r:id="rId5"/>
    <p:sldLayoutId id="2147483717" r:id="rId6"/>
    <p:sldLayoutId id="2147483723" r:id="rId7"/>
    <p:sldLayoutId id="2147483712" r:id="rId8"/>
    <p:sldLayoutId id="2147483669" r:id="rId9"/>
    <p:sldLayoutId id="2147483676" r:id="rId10"/>
    <p:sldLayoutId id="2147483677" r:id="rId11"/>
    <p:sldLayoutId id="2147483678" r:id="rId12"/>
    <p:sldLayoutId id="2147483679" r:id="rId13"/>
    <p:sldLayoutId id="2147483673" r:id="rId14"/>
    <p:sldLayoutId id="2147483670" r:id="rId15"/>
    <p:sldLayoutId id="2147483672" r:id="rId16"/>
    <p:sldLayoutId id="2147483675" r:id="rId17"/>
    <p:sldLayoutId id="2147483674" r:id="rId18"/>
    <p:sldLayoutId id="2147483716" r:id="rId19"/>
    <p:sldLayoutId id="2147483724" r:id="rId20"/>
    <p:sldLayoutId id="2147483685" r:id="rId21"/>
    <p:sldLayoutId id="2147483687" r:id="rId22"/>
    <p:sldLayoutId id="2147483697" r:id="rId23"/>
    <p:sldLayoutId id="2147483688" r:id="rId24"/>
    <p:sldLayoutId id="2147483698" r:id="rId25"/>
    <p:sldLayoutId id="2147483663" r:id="rId26"/>
    <p:sldLayoutId id="2147483661" r:id="rId27"/>
    <p:sldLayoutId id="2147483660" r:id="rId28"/>
    <p:sldLayoutId id="2147483664" r:id="rId29"/>
    <p:sldLayoutId id="2147483680" r:id="rId30"/>
    <p:sldLayoutId id="2147483689" r:id="rId31"/>
    <p:sldLayoutId id="2147483718" r:id="rId32"/>
    <p:sldLayoutId id="2147483686" r:id="rId33"/>
    <p:sldLayoutId id="2147483696" r:id="rId34"/>
    <p:sldLayoutId id="2147483695" r:id="rId35"/>
    <p:sldLayoutId id="2147483694" r:id="rId36"/>
    <p:sldLayoutId id="2147483721" r:id="rId37"/>
    <p:sldLayoutId id="2147483729" r:id="rId38"/>
    <p:sldLayoutId id="2147483720" r:id="rId39"/>
    <p:sldLayoutId id="2147483728" r:id="rId40"/>
    <p:sldLayoutId id="2147483666" r:id="rId41"/>
    <p:sldLayoutId id="2147483714" r:id="rId42"/>
    <p:sldLayoutId id="2147483715" r:id="rId43"/>
    <p:sldLayoutId id="2147483726" r:id="rId44"/>
    <p:sldLayoutId id="2147483727" r:id="rId45"/>
    <p:sldLayoutId id="2147483684" r:id="rId46"/>
    <p:sldLayoutId id="2147483668" r:id="rId47"/>
    <p:sldLayoutId id="2147483701" r:id="rId48"/>
    <p:sldLayoutId id="2147483702" r:id="rId49"/>
    <p:sldLayoutId id="2147483703" r:id="rId50"/>
    <p:sldLayoutId id="2147483704" r:id="rId51"/>
    <p:sldLayoutId id="2147483705" r:id="rId52"/>
    <p:sldLayoutId id="2147483654" r:id="rId53"/>
    <p:sldLayoutId id="2147483693" r:id="rId54"/>
    <p:sldLayoutId id="2147483655" r:id="rId55"/>
    <p:sldLayoutId id="2147483681" r:id="rId56"/>
    <p:sldLayoutId id="2147483682" r:id="rId57"/>
    <p:sldLayoutId id="2147483683" r:id="rId58"/>
    <p:sldLayoutId id="2147483700" r:id="rId59"/>
    <p:sldLayoutId id="2147483707" r:id="rId60"/>
    <p:sldLayoutId id="2147483706" r:id="rId61"/>
    <p:sldLayoutId id="2147483710" r:id="rId62"/>
    <p:sldLayoutId id="2147483708" r:id="rId63"/>
    <p:sldLayoutId id="2147483709" r:id="rId64"/>
    <p:sldLayoutId id="2147483699" r:id="rId6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hrono" panose="020000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33.png"/><Relationship Id="rId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3.xml"/><Relationship Id="rId5" Type="http://schemas.openxmlformats.org/officeDocument/2006/relationships/image" Target="../media/image33.png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3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38.png"/><Relationship Id="rId5" Type="http://schemas.openxmlformats.org/officeDocument/2006/relationships/image" Target="../media/image36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0.xml"/><Relationship Id="rId5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5.xml"/><Relationship Id="rId6" Type="http://schemas.openxmlformats.org/officeDocument/2006/relationships/image" Target="../media/image40.jpg"/><Relationship Id="rId5" Type="http://schemas.openxmlformats.org/officeDocument/2006/relationships/image" Target="../media/image43.jpg"/><Relationship Id="rId4" Type="http://schemas.openxmlformats.org/officeDocument/2006/relationships/image" Target="../media/image4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9176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B8200A-F758-E347-9239-6EB12A1FD0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Presentatie template voor </a:t>
            </a:r>
            <a:r>
              <a:rPr lang="nl-NL" dirty="0" err="1"/>
              <a:t>Embrace</a:t>
            </a:r>
            <a:r>
              <a:rPr lang="nl-NL" dirty="0"/>
              <a:t> consultants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C291D40-52CC-3C48-8591-CE039D5712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The human </a:t>
            </a:r>
            <a:r>
              <a:rPr lang="nl-NL" dirty="0" err="1"/>
              <a:t>cloud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63834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8D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937B08-9E25-744F-A570-D2D7F5883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Agenda</a:t>
            </a:r>
          </a:p>
        </p:txBody>
      </p:sp>
      <p:sp>
        <p:nvSpPr>
          <p:cNvPr id="3" name="Ovaal 2">
            <a:extLst>
              <a:ext uri="{FF2B5EF4-FFF2-40B4-BE49-F238E27FC236}">
                <a16:creationId xmlns:a16="http://schemas.microsoft.com/office/drawing/2014/main" id="{29E35A77-2034-4A49-9E0B-B41A5A4490F0}"/>
              </a:ext>
            </a:extLst>
          </p:cNvPr>
          <p:cNvSpPr/>
          <p:nvPr/>
        </p:nvSpPr>
        <p:spPr>
          <a:xfrm>
            <a:off x="844071" y="1731817"/>
            <a:ext cx="1589242" cy="1554557"/>
          </a:xfrm>
          <a:prstGeom prst="ellipse">
            <a:avLst/>
          </a:prstGeom>
          <a:solidFill>
            <a:srgbClr val="0315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Ovaal 3">
            <a:extLst>
              <a:ext uri="{FF2B5EF4-FFF2-40B4-BE49-F238E27FC236}">
                <a16:creationId xmlns:a16="http://schemas.microsoft.com/office/drawing/2014/main" id="{55F01BFF-CC86-754F-AD93-C62F6DFD05DA}"/>
              </a:ext>
            </a:extLst>
          </p:cNvPr>
          <p:cNvSpPr/>
          <p:nvPr/>
        </p:nvSpPr>
        <p:spPr>
          <a:xfrm>
            <a:off x="3820622" y="1731817"/>
            <a:ext cx="1589242" cy="1554557"/>
          </a:xfrm>
          <a:prstGeom prst="ellipse">
            <a:avLst/>
          </a:prstGeom>
          <a:solidFill>
            <a:srgbClr val="0315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Ovaal 4">
            <a:extLst>
              <a:ext uri="{FF2B5EF4-FFF2-40B4-BE49-F238E27FC236}">
                <a16:creationId xmlns:a16="http://schemas.microsoft.com/office/drawing/2014/main" id="{F276F844-D104-1E41-AAB7-3B40DC89DA45}"/>
              </a:ext>
            </a:extLst>
          </p:cNvPr>
          <p:cNvSpPr/>
          <p:nvPr/>
        </p:nvSpPr>
        <p:spPr>
          <a:xfrm>
            <a:off x="6809735" y="1731817"/>
            <a:ext cx="1589242" cy="1554557"/>
          </a:xfrm>
          <a:prstGeom prst="ellipse">
            <a:avLst/>
          </a:prstGeom>
          <a:solidFill>
            <a:srgbClr val="0315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Ovaal 5">
            <a:extLst>
              <a:ext uri="{FF2B5EF4-FFF2-40B4-BE49-F238E27FC236}">
                <a16:creationId xmlns:a16="http://schemas.microsoft.com/office/drawing/2014/main" id="{321F8D09-5124-EC44-B767-416008AC21FC}"/>
              </a:ext>
            </a:extLst>
          </p:cNvPr>
          <p:cNvSpPr/>
          <p:nvPr/>
        </p:nvSpPr>
        <p:spPr>
          <a:xfrm>
            <a:off x="9802430" y="1731817"/>
            <a:ext cx="1589242" cy="1554557"/>
          </a:xfrm>
          <a:prstGeom prst="ellipse">
            <a:avLst/>
          </a:prstGeom>
          <a:solidFill>
            <a:srgbClr val="0315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Tijdelijke aanduiding voor tekst 3">
            <a:extLst>
              <a:ext uri="{FF2B5EF4-FFF2-40B4-BE49-F238E27FC236}">
                <a16:creationId xmlns:a16="http://schemas.microsoft.com/office/drawing/2014/main" id="{25DFA7CF-E208-8B48-A58D-C959F39EFF70}"/>
              </a:ext>
            </a:extLst>
          </p:cNvPr>
          <p:cNvSpPr txBox="1">
            <a:spLocks/>
          </p:cNvSpPr>
          <p:nvPr/>
        </p:nvSpPr>
        <p:spPr>
          <a:xfrm>
            <a:off x="397467" y="3392350"/>
            <a:ext cx="2482451" cy="63272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Chron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Agendapunt 1</a:t>
            </a:r>
          </a:p>
        </p:txBody>
      </p:sp>
      <p:sp>
        <p:nvSpPr>
          <p:cNvPr id="8" name="Tijdelijke aanduiding voor tekst 3">
            <a:extLst>
              <a:ext uri="{FF2B5EF4-FFF2-40B4-BE49-F238E27FC236}">
                <a16:creationId xmlns:a16="http://schemas.microsoft.com/office/drawing/2014/main" id="{01A85172-89CA-C340-BBA6-F3526920E8E9}"/>
              </a:ext>
            </a:extLst>
          </p:cNvPr>
          <p:cNvSpPr txBox="1">
            <a:spLocks/>
          </p:cNvSpPr>
          <p:nvPr/>
        </p:nvSpPr>
        <p:spPr>
          <a:xfrm>
            <a:off x="3374018" y="3390637"/>
            <a:ext cx="2482451" cy="63272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Chron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Agendapunt 2</a:t>
            </a:r>
          </a:p>
        </p:txBody>
      </p:sp>
      <p:sp>
        <p:nvSpPr>
          <p:cNvPr id="9" name="Tijdelijke aanduiding voor tekst 3">
            <a:extLst>
              <a:ext uri="{FF2B5EF4-FFF2-40B4-BE49-F238E27FC236}">
                <a16:creationId xmlns:a16="http://schemas.microsoft.com/office/drawing/2014/main" id="{2F20875A-7A3D-5B4A-8A65-F1E89A622BF8}"/>
              </a:ext>
            </a:extLst>
          </p:cNvPr>
          <p:cNvSpPr txBox="1">
            <a:spLocks/>
          </p:cNvSpPr>
          <p:nvPr/>
        </p:nvSpPr>
        <p:spPr>
          <a:xfrm>
            <a:off x="6363131" y="3390637"/>
            <a:ext cx="2482451" cy="63272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Chron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Agendapunt 3</a:t>
            </a:r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DF6ACF07-E05E-244A-B5C5-869DDC81771A}"/>
              </a:ext>
            </a:extLst>
          </p:cNvPr>
          <p:cNvSpPr txBox="1">
            <a:spLocks/>
          </p:cNvSpPr>
          <p:nvPr/>
        </p:nvSpPr>
        <p:spPr>
          <a:xfrm>
            <a:off x="9355826" y="3390637"/>
            <a:ext cx="2482451" cy="63272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Chron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Agendapunt 4</a:t>
            </a:r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666C94BF-5299-E148-A289-E228E21336F0}"/>
              </a:ext>
            </a:extLst>
          </p:cNvPr>
          <p:cNvSpPr/>
          <p:nvPr/>
        </p:nvSpPr>
        <p:spPr>
          <a:xfrm>
            <a:off x="871783" y="4336472"/>
            <a:ext cx="1589242" cy="1554557"/>
          </a:xfrm>
          <a:prstGeom prst="ellipse">
            <a:avLst/>
          </a:prstGeom>
          <a:solidFill>
            <a:srgbClr val="0315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Ovaal 11">
            <a:extLst>
              <a:ext uri="{FF2B5EF4-FFF2-40B4-BE49-F238E27FC236}">
                <a16:creationId xmlns:a16="http://schemas.microsoft.com/office/drawing/2014/main" id="{0F4D20FF-8448-A04B-9447-364FF9DD774E}"/>
              </a:ext>
            </a:extLst>
          </p:cNvPr>
          <p:cNvSpPr/>
          <p:nvPr/>
        </p:nvSpPr>
        <p:spPr>
          <a:xfrm>
            <a:off x="3848334" y="4336472"/>
            <a:ext cx="1589242" cy="1554557"/>
          </a:xfrm>
          <a:prstGeom prst="ellipse">
            <a:avLst/>
          </a:prstGeom>
          <a:solidFill>
            <a:srgbClr val="0315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Ovaal 12">
            <a:extLst>
              <a:ext uri="{FF2B5EF4-FFF2-40B4-BE49-F238E27FC236}">
                <a16:creationId xmlns:a16="http://schemas.microsoft.com/office/drawing/2014/main" id="{44F3CE7F-5DC1-2144-A036-E3DFE306AC42}"/>
              </a:ext>
            </a:extLst>
          </p:cNvPr>
          <p:cNvSpPr/>
          <p:nvPr/>
        </p:nvSpPr>
        <p:spPr>
          <a:xfrm>
            <a:off x="6837447" y="4336472"/>
            <a:ext cx="1589242" cy="1554557"/>
          </a:xfrm>
          <a:prstGeom prst="ellipse">
            <a:avLst/>
          </a:prstGeom>
          <a:solidFill>
            <a:srgbClr val="0315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E90481F2-1905-6648-9C86-B2C721A578B7}"/>
              </a:ext>
            </a:extLst>
          </p:cNvPr>
          <p:cNvSpPr/>
          <p:nvPr/>
        </p:nvSpPr>
        <p:spPr>
          <a:xfrm>
            <a:off x="9830142" y="4336472"/>
            <a:ext cx="1589242" cy="1554557"/>
          </a:xfrm>
          <a:prstGeom prst="ellipse">
            <a:avLst/>
          </a:prstGeom>
          <a:solidFill>
            <a:srgbClr val="0315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Tijdelijke aanduiding voor tekst 3">
            <a:extLst>
              <a:ext uri="{FF2B5EF4-FFF2-40B4-BE49-F238E27FC236}">
                <a16:creationId xmlns:a16="http://schemas.microsoft.com/office/drawing/2014/main" id="{3FAA72E7-FFA5-5348-B7AF-AF1A423362E4}"/>
              </a:ext>
            </a:extLst>
          </p:cNvPr>
          <p:cNvSpPr txBox="1">
            <a:spLocks/>
          </p:cNvSpPr>
          <p:nvPr/>
        </p:nvSpPr>
        <p:spPr>
          <a:xfrm>
            <a:off x="425179" y="5968867"/>
            <a:ext cx="2482451" cy="63272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Chron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Agendapunt 5</a:t>
            </a:r>
          </a:p>
        </p:txBody>
      </p:sp>
      <p:sp>
        <p:nvSpPr>
          <p:cNvPr id="16" name="Tijdelijke aanduiding voor tekst 3">
            <a:extLst>
              <a:ext uri="{FF2B5EF4-FFF2-40B4-BE49-F238E27FC236}">
                <a16:creationId xmlns:a16="http://schemas.microsoft.com/office/drawing/2014/main" id="{3FEA70FD-B81A-0948-B1AF-9A4ED61E310A}"/>
              </a:ext>
            </a:extLst>
          </p:cNvPr>
          <p:cNvSpPr txBox="1">
            <a:spLocks/>
          </p:cNvSpPr>
          <p:nvPr/>
        </p:nvSpPr>
        <p:spPr>
          <a:xfrm>
            <a:off x="3401730" y="5967154"/>
            <a:ext cx="2482451" cy="63272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Chron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Agendapunt 5</a:t>
            </a:r>
          </a:p>
        </p:txBody>
      </p:sp>
      <p:sp>
        <p:nvSpPr>
          <p:cNvPr id="17" name="Tijdelijke aanduiding voor tekst 3">
            <a:extLst>
              <a:ext uri="{FF2B5EF4-FFF2-40B4-BE49-F238E27FC236}">
                <a16:creationId xmlns:a16="http://schemas.microsoft.com/office/drawing/2014/main" id="{66D4C148-E7AC-AF4C-AA56-EC505DA12645}"/>
              </a:ext>
            </a:extLst>
          </p:cNvPr>
          <p:cNvSpPr txBox="1">
            <a:spLocks/>
          </p:cNvSpPr>
          <p:nvPr/>
        </p:nvSpPr>
        <p:spPr>
          <a:xfrm>
            <a:off x="6390843" y="5967154"/>
            <a:ext cx="2482451" cy="63272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Chron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Agendapunt 6</a:t>
            </a:r>
          </a:p>
        </p:txBody>
      </p:sp>
      <p:sp>
        <p:nvSpPr>
          <p:cNvPr id="18" name="Tijdelijke aanduiding voor tekst 3">
            <a:extLst>
              <a:ext uri="{FF2B5EF4-FFF2-40B4-BE49-F238E27FC236}">
                <a16:creationId xmlns:a16="http://schemas.microsoft.com/office/drawing/2014/main" id="{3278AC6E-18E4-3F4C-A9F0-FFF784248984}"/>
              </a:ext>
            </a:extLst>
          </p:cNvPr>
          <p:cNvSpPr txBox="1">
            <a:spLocks/>
          </p:cNvSpPr>
          <p:nvPr/>
        </p:nvSpPr>
        <p:spPr>
          <a:xfrm>
            <a:off x="9383538" y="5967154"/>
            <a:ext cx="2482451" cy="63272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Chron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Agendapunt 7</a:t>
            </a:r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56ECC852-0017-6845-8F54-253E28707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642" y="4736123"/>
            <a:ext cx="939800" cy="762000"/>
          </a:xfrm>
          <a:prstGeom prst="rect">
            <a:avLst/>
          </a:prstGeom>
        </p:spPr>
      </p:pic>
      <p:pic>
        <p:nvPicPr>
          <p:cNvPr id="20" name="Afbeelding 19">
            <a:extLst>
              <a:ext uri="{FF2B5EF4-FFF2-40B4-BE49-F238E27FC236}">
                <a16:creationId xmlns:a16="http://schemas.microsoft.com/office/drawing/2014/main" id="{8A449871-A105-CD40-950B-4BC9FD0FC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7404" y="4725847"/>
            <a:ext cx="723900" cy="749300"/>
          </a:xfrm>
          <a:prstGeom prst="rect">
            <a:avLst/>
          </a:prstGeom>
        </p:spPr>
      </p:pic>
      <p:pic>
        <p:nvPicPr>
          <p:cNvPr id="21" name="Afbeelding 20">
            <a:extLst>
              <a:ext uri="{FF2B5EF4-FFF2-40B4-BE49-F238E27FC236}">
                <a16:creationId xmlns:a16="http://schemas.microsoft.com/office/drawing/2014/main" id="{3BE6628A-F784-7B41-AF85-BFDB74DD2C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9104" y="4635802"/>
            <a:ext cx="965200" cy="965200"/>
          </a:xfrm>
          <a:prstGeom prst="rect">
            <a:avLst/>
          </a:prstGeom>
        </p:spPr>
      </p:pic>
      <p:pic>
        <p:nvPicPr>
          <p:cNvPr id="22" name="Afbeelding 21">
            <a:extLst>
              <a:ext uri="{FF2B5EF4-FFF2-40B4-BE49-F238E27FC236}">
                <a16:creationId xmlns:a16="http://schemas.microsoft.com/office/drawing/2014/main" id="{36DBF3C0-2506-AD43-8E2D-512CF71643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6173" y="2124515"/>
            <a:ext cx="723900" cy="723900"/>
          </a:xfrm>
          <a:prstGeom prst="rect">
            <a:avLst/>
          </a:prstGeom>
        </p:spPr>
      </p:pic>
      <p:pic>
        <p:nvPicPr>
          <p:cNvPr id="23" name="Afbeelding 22">
            <a:extLst>
              <a:ext uri="{FF2B5EF4-FFF2-40B4-BE49-F238E27FC236}">
                <a16:creationId xmlns:a16="http://schemas.microsoft.com/office/drawing/2014/main" id="{A4791768-5BF1-AC46-8E00-CB9985108A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6301" y="2024238"/>
            <a:ext cx="635000" cy="939800"/>
          </a:xfrm>
          <a:prstGeom prst="rect">
            <a:avLst/>
          </a:prstGeom>
        </p:spPr>
      </p:pic>
      <p:pic>
        <p:nvPicPr>
          <p:cNvPr id="24" name="Afbeelding 23">
            <a:extLst>
              <a:ext uri="{FF2B5EF4-FFF2-40B4-BE49-F238E27FC236}">
                <a16:creationId xmlns:a16="http://schemas.microsoft.com/office/drawing/2014/main" id="{79F19085-7EE2-C641-97BE-857D9F9974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5058" y="1983447"/>
            <a:ext cx="977900" cy="977900"/>
          </a:xfrm>
          <a:prstGeom prst="rect">
            <a:avLst/>
          </a:prstGeom>
        </p:spPr>
      </p:pic>
      <p:pic>
        <p:nvPicPr>
          <p:cNvPr id="26" name="Afbeelding 25">
            <a:extLst>
              <a:ext uri="{FF2B5EF4-FFF2-40B4-BE49-F238E27FC236}">
                <a16:creationId xmlns:a16="http://schemas.microsoft.com/office/drawing/2014/main" id="{194E74CA-EC36-6148-84AC-7C644C97BB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84768" y="4705798"/>
            <a:ext cx="886505" cy="777636"/>
          </a:xfrm>
          <a:prstGeom prst="rect">
            <a:avLst/>
          </a:prstGeom>
        </p:spPr>
      </p:pic>
      <p:pic>
        <p:nvPicPr>
          <p:cNvPr id="27" name="Afbeelding 26">
            <a:extLst>
              <a:ext uri="{FF2B5EF4-FFF2-40B4-BE49-F238E27FC236}">
                <a16:creationId xmlns:a16="http://schemas.microsoft.com/office/drawing/2014/main" id="{0B18691D-25AC-6442-8511-9B35815547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3168" y="2129067"/>
            <a:ext cx="886505" cy="77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937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296742-5F58-D840-9539-7FDE198BF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Agenda</a:t>
            </a:r>
          </a:p>
        </p:txBody>
      </p:sp>
      <p:sp>
        <p:nvSpPr>
          <p:cNvPr id="4" name="Ovaal 3">
            <a:extLst>
              <a:ext uri="{FF2B5EF4-FFF2-40B4-BE49-F238E27FC236}">
                <a16:creationId xmlns:a16="http://schemas.microsoft.com/office/drawing/2014/main" id="{3F1281CA-6AA1-F24E-BFFB-F97BCD7FF076}"/>
              </a:ext>
            </a:extLst>
          </p:cNvPr>
          <p:cNvSpPr/>
          <p:nvPr/>
        </p:nvSpPr>
        <p:spPr>
          <a:xfrm>
            <a:off x="844071" y="1731817"/>
            <a:ext cx="1589242" cy="1554557"/>
          </a:xfrm>
          <a:prstGeom prst="ellipse">
            <a:avLst/>
          </a:prstGeom>
          <a:solidFill>
            <a:srgbClr val="15A8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Ovaal 4">
            <a:extLst>
              <a:ext uri="{FF2B5EF4-FFF2-40B4-BE49-F238E27FC236}">
                <a16:creationId xmlns:a16="http://schemas.microsoft.com/office/drawing/2014/main" id="{6C0D5C0A-184E-EE41-9C36-09D8C5EDDC17}"/>
              </a:ext>
            </a:extLst>
          </p:cNvPr>
          <p:cNvSpPr/>
          <p:nvPr/>
        </p:nvSpPr>
        <p:spPr>
          <a:xfrm>
            <a:off x="3820622" y="1731817"/>
            <a:ext cx="1589242" cy="1554557"/>
          </a:xfrm>
          <a:prstGeom prst="ellipse">
            <a:avLst/>
          </a:prstGeom>
          <a:solidFill>
            <a:srgbClr val="15A8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Ovaal 5">
            <a:extLst>
              <a:ext uri="{FF2B5EF4-FFF2-40B4-BE49-F238E27FC236}">
                <a16:creationId xmlns:a16="http://schemas.microsoft.com/office/drawing/2014/main" id="{E9C2A5C5-16B7-4D4D-BB12-CCBFB3CF3571}"/>
              </a:ext>
            </a:extLst>
          </p:cNvPr>
          <p:cNvSpPr/>
          <p:nvPr/>
        </p:nvSpPr>
        <p:spPr>
          <a:xfrm>
            <a:off x="6809735" y="1731817"/>
            <a:ext cx="1589242" cy="1554557"/>
          </a:xfrm>
          <a:prstGeom prst="ellipse">
            <a:avLst/>
          </a:prstGeom>
          <a:solidFill>
            <a:srgbClr val="15A8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Ovaal 6">
            <a:extLst>
              <a:ext uri="{FF2B5EF4-FFF2-40B4-BE49-F238E27FC236}">
                <a16:creationId xmlns:a16="http://schemas.microsoft.com/office/drawing/2014/main" id="{75C5C61B-FF54-CA48-8D00-6545B63F5D18}"/>
              </a:ext>
            </a:extLst>
          </p:cNvPr>
          <p:cNvSpPr/>
          <p:nvPr/>
        </p:nvSpPr>
        <p:spPr>
          <a:xfrm>
            <a:off x="9802430" y="1731817"/>
            <a:ext cx="1589242" cy="1554557"/>
          </a:xfrm>
          <a:prstGeom prst="ellipse">
            <a:avLst/>
          </a:prstGeom>
          <a:solidFill>
            <a:srgbClr val="15A8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Tijdelijke aanduiding voor tekst 3">
            <a:extLst>
              <a:ext uri="{FF2B5EF4-FFF2-40B4-BE49-F238E27FC236}">
                <a16:creationId xmlns:a16="http://schemas.microsoft.com/office/drawing/2014/main" id="{4F191FAF-C835-3D4B-949A-D5BD9D4FB734}"/>
              </a:ext>
            </a:extLst>
          </p:cNvPr>
          <p:cNvSpPr txBox="1">
            <a:spLocks/>
          </p:cNvSpPr>
          <p:nvPr/>
        </p:nvSpPr>
        <p:spPr>
          <a:xfrm>
            <a:off x="397467" y="3392350"/>
            <a:ext cx="2482451" cy="63272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Chron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</a:rPr>
              <a:t>Agendapunt 1</a:t>
            </a:r>
          </a:p>
        </p:txBody>
      </p:sp>
      <p:sp>
        <p:nvSpPr>
          <p:cNvPr id="9" name="Tijdelijke aanduiding voor tekst 3">
            <a:extLst>
              <a:ext uri="{FF2B5EF4-FFF2-40B4-BE49-F238E27FC236}">
                <a16:creationId xmlns:a16="http://schemas.microsoft.com/office/drawing/2014/main" id="{1CD2889E-0C32-9446-A111-093C75DB8FCE}"/>
              </a:ext>
            </a:extLst>
          </p:cNvPr>
          <p:cNvSpPr txBox="1">
            <a:spLocks/>
          </p:cNvSpPr>
          <p:nvPr/>
        </p:nvSpPr>
        <p:spPr>
          <a:xfrm>
            <a:off x="3374018" y="3390637"/>
            <a:ext cx="2482451" cy="63272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Chron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</a:rPr>
              <a:t>Agendapunt 2</a:t>
            </a:r>
          </a:p>
        </p:txBody>
      </p:sp>
      <p:sp>
        <p:nvSpPr>
          <p:cNvPr id="10" name="Tijdelijke aanduiding voor tekst 3">
            <a:extLst>
              <a:ext uri="{FF2B5EF4-FFF2-40B4-BE49-F238E27FC236}">
                <a16:creationId xmlns:a16="http://schemas.microsoft.com/office/drawing/2014/main" id="{CAC82DF1-CAD0-D445-8D52-48B6E3573C36}"/>
              </a:ext>
            </a:extLst>
          </p:cNvPr>
          <p:cNvSpPr txBox="1">
            <a:spLocks/>
          </p:cNvSpPr>
          <p:nvPr/>
        </p:nvSpPr>
        <p:spPr>
          <a:xfrm>
            <a:off x="6363131" y="3390637"/>
            <a:ext cx="2482451" cy="63272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Chron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</a:rPr>
              <a:t>Agendapunt 3</a:t>
            </a:r>
          </a:p>
        </p:txBody>
      </p:sp>
      <p:sp>
        <p:nvSpPr>
          <p:cNvPr id="11" name="Tijdelijke aanduiding voor tekst 3">
            <a:extLst>
              <a:ext uri="{FF2B5EF4-FFF2-40B4-BE49-F238E27FC236}">
                <a16:creationId xmlns:a16="http://schemas.microsoft.com/office/drawing/2014/main" id="{3E0C6A85-5F4D-984E-8B20-F83C1E994B58}"/>
              </a:ext>
            </a:extLst>
          </p:cNvPr>
          <p:cNvSpPr txBox="1">
            <a:spLocks/>
          </p:cNvSpPr>
          <p:nvPr/>
        </p:nvSpPr>
        <p:spPr>
          <a:xfrm>
            <a:off x="9355826" y="3390637"/>
            <a:ext cx="2482451" cy="63272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Chron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</a:rPr>
              <a:t>Agendapunt 4</a:t>
            </a:r>
          </a:p>
        </p:txBody>
      </p:sp>
      <p:sp>
        <p:nvSpPr>
          <p:cNvPr id="12" name="Ovaal 11">
            <a:extLst>
              <a:ext uri="{FF2B5EF4-FFF2-40B4-BE49-F238E27FC236}">
                <a16:creationId xmlns:a16="http://schemas.microsoft.com/office/drawing/2014/main" id="{359256F8-459B-1843-AC36-AC8A108A6C86}"/>
              </a:ext>
            </a:extLst>
          </p:cNvPr>
          <p:cNvSpPr/>
          <p:nvPr/>
        </p:nvSpPr>
        <p:spPr>
          <a:xfrm>
            <a:off x="871783" y="4336472"/>
            <a:ext cx="1589242" cy="1554557"/>
          </a:xfrm>
          <a:prstGeom prst="ellipse">
            <a:avLst/>
          </a:prstGeom>
          <a:solidFill>
            <a:srgbClr val="15A8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Ovaal 12">
            <a:extLst>
              <a:ext uri="{FF2B5EF4-FFF2-40B4-BE49-F238E27FC236}">
                <a16:creationId xmlns:a16="http://schemas.microsoft.com/office/drawing/2014/main" id="{B87EFFA5-E04B-5746-A8C5-7FEDFD02CD71}"/>
              </a:ext>
            </a:extLst>
          </p:cNvPr>
          <p:cNvSpPr/>
          <p:nvPr/>
        </p:nvSpPr>
        <p:spPr>
          <a:xfrm>
            <a:off x="3848334" y="4336472"/>
            <a:ext cx="1589242" cy="1554557"/>
          </a:xfrm>
          <a:prstGeom prst="ellipse">
            <a:avLst/>
          </a:prstGeom>
          <a:solidFill>
            <a:srgbClr val="15A8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CFA4EB12-2574-D440-88CB-51962630EDD6}"/>
              </a:ext>
            </a:extLst>
          </p:cNvPr>
          <p:cNvSpPr/>
          <p:nvPr/>
        </p:nvSpPr>
        <p:spPr>
          <a:xfrm>
            <a:off x="6837447" y="4336472"/>
            <a:ext cx="1589242" cy="1554557"/>
          </a:xfrm>
          <a:prstGeom prst="ellipse">
            <a:avLst/>
          </a:prstGeom>
          <a:solidFill>
            <a:srgbClr val="15A8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Ovaal 14">
            <a:extLst>
              <a:ext uri="{FF2B5EF4-FFF2-40B4-BE49-F238E27FC236}">
                <a16:creationId xmlns:a16="http://schemas.microsoft.com/office/drawing/2014/main" id="{AFAE8C62-C8D5-D741-9A79-600B2279C399}"/>
              </a:ext>
            </a:extLst>
          </p:cNvPr>
          <p:cNvSpPr/>
          <p:nvPr/>
        </p:nvSpPr>
        <p:spPr>
          <a:xfrm>
            <a:off x="9830142" y="4336472"/>
            <a:ext cx="1589242" cy="1554557"/>
          </a:xfrm>
          <a:prstGeom prst="ellipse">
            <a:avLst/>
          </a:prstGeom>
          <a:solidFill>
            <a:srgbClr val="15A8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Tijdelijke aanduiding voor tekst 3">
            <a:extLst>
              <a:ext uri="{FF2B5EF4-FFF2-40B4-BE49-F238E27FC236}">
                <a16:creationId xmlns:a16="http://schemas.microsoft.com/office/drawing/2014/main" id="{F5F6E00A-F2BC-BE41-BA3B-3641E5B48D53}"/>
              </a:ext>
            </a:extLst>
          </p:cNvPr>
          <p:cNvSpPr txBox="1">
            <a:spLocks/>
          </p:cNvSpPr>
          <p:nvPr/>
        </p:nvSpPr>
        <p:spPr>
          <a:xfrm>
            <a:off x="425179" y="5968867"/>
            <a:ext cx="2482451" cy="63272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Chron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</a:rPr>
              <a:t>Agendapunt 5</a:t>
            </a:r>
          </a:p>
        </p:txBody>
      </p:sp>
      <p:sp>
        <p:nvSpPr>
          <p:cNvPr id="17" name="Tijdelijke aanduiding voor tekst 3">
            <a:extLst>
              <a:ext uri="{FF2B5EF4-FFF2-40B4-BE49-F238E27FC236}">
                <a16:creationId xmlns:a16="http://schemas.microsoft.com/office/drawing/2014/main" id="{EC2A83F4-F9FF-8840-9637-46BA6CF2A755}"/>
              </a:ext>
            </a:extLst>
          </p:cNvPr>
          <p:cNvSpPr txBox="1">
            <a:spLocks/>
          </p:cNvSpPr>
          <p:nvPr/>
        </p:nvSpPr>
        <p:spPr>
          <a:xfrm>
            <a:off x="3401730" y="5967154"/>
            <a:ext cx="2482451" cy="63272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Chron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</a:rPr>
              <a:t>Agendapunt 5</a:t>
            </a:r>
          </a:p>
        </p:txBody>
      </p:sp>
      <p:sp>
        <p:nvSpPr>
          <p:cNvPr id="18" name="Tijdelijke aanduiding voor tekst 3">
            <a:extLst>
              <a:ext uri="{FF2B5EF4-FFF2-40B4-BE49-F238E27FC236}">
                <a16:creationId xmlns:a16="http://schemas.microsoft.com/office/drawing/2014/main" id="{103C9DCA-A6E4-6C4B-BD5F-A36EB56A0089}"/>
              </a:ext>
            </a:extLst>
          </p:cNvPr>
          <p:cNvSpPr txBox="1">
            <a:spLocks/>
          </p:cNvSpPr>
          <p:nvPr/>
        </p:nvSpPr>
        <p:spPr>
          <a:xfrm>
            <a:off x="6390843" y="5967154"/>
            <a:ext cx="2482451" cy="63272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Chron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</a:rPr>
              <a:t>Agendapunt 6</a:t>
            </a:r>
          </a:p>
        </p:txBody>
      </p:sp>
      <p:sp>
        <p:nvSpPr>
          <p:cNvPr id="19" name="Tijdelijke aanduiding voor tekst 3">
            <a:extLst>
              <a:ext uri="{FF2B5EF4-FFF2-40B4-BE49-F238E27FC236}">
                <a16:creationId xmlns:a16="http://schemas.microsoft.com/office/drawing/2014/main" id="{2037FA8A-D88E-0440-9B33-C631561D6044}"/>
              </a:ext>
            </a:extLst>
          </p:cNvPr>
          <p:cNvSpPr txBox="1">
            <a:spLocks/>
          </p:cNvSpPr>
          <p:nvPr/>
        </p:nvSpPr>
        <p:spPr>
          <a:xfrm>
            <a:off x="9383538" y="5967154"/>
            <a:ext cx="2482451" cy="63272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Chron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</a:rPr>
              <a:t>Agendapunt 7</a:t>
            </a:r>
          </a:p>
        </p:txBody>
      </p:sp>
      <p:pic>
        <p:nvPicPr>
          <p:cNvPr id="20" name="Afbeelding 19">
            <a:extLst>
              <a:ext uri="{FF2B5EF4-FFF2-40B4-BE49-F238E27FC236}">
                <a16:creationId xmlns:a16="http://schemas.microsoft.com/office/drawing/2014/main" id="{F84AA44E-2BA8-8F41-9C7B-EBF5E53E6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642" y="4736123"/>
            <a:ext cx="939800" cy="762000"/>
          </a:xfrm>
          <a:prstGeom prst="rect">
            <a:avLst/>
          </a:prstGeom>
        </p:spPr>
      </p:pic>
      <p:pic>
        <p:nvPicPr>
          <p:cNvPr id="21" name="Afbeelding 20">
            <a:extLst>
              <a:ext uri="{FF2B5EF4-FFF2-40B4-BE49-F238E27FC236}">
                <a16:creationId xmlns:a16="http://schemas.microsoft.com/office/drawing/2014/main" id="{9DC7036A-D74D-F545-87F0-25501149E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7404" y="4725847"/>
            <a:ext cx="723900" cy="749300"/>
          </a:xfrm>
          <a:prstGeom prst="rect">
            <a:avLst/>
          </a:prstGeom>
        </p:spPr>
      </p:pic>
      <p:pic>
        <p:nvPicPr>
          <p:cNvPr id="22" name="Afbeelding 21">
            <a:extLst>
              <a:ext uri="{FF2B5EF4-FFF2-40B4-BE49-F238E27FC236}">
                <a16:creationId xmlns:a16="http://schemas.microsoft.com/office/drawing/2014/main" id="{A87F8F23-E275-CF45-B991-2D641050FB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9104" y="4635802"/>
            <a:ext cx="965200" cy="965200"/>
          </a:xfrm>
          <a:prstGeom prst="rect">
            <a:avLst/>
          </a:prstGeom>
        </p:spPr>
      </p:pic>
      <p:pic>
        <p:nvPicPr>
          <p:cNvPr id="23" name="Afbeelding 22">
            <a:extLst>
              <a:ext uri="{FF2B5EF4-FFF2-40B4-BE49-F238E27FC236}">
                <a16:creationId xmlns:a16="http://schemas.microsoft.com/office/drawing/2014/main" id="{8A4235DA-5863-BD46-A0CC-1771584656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6173" y="2124515"/>
            <a:ext cx="723900" cy="723900"/>
          </a:xfrm>
          <a:prstGeom prst="rect">
            <a:avLst/>
          </a:prstGeom>
        </p:spPr>
      </p:pic>
      <p:pic>
        <p:nvPicPr>
          <p:cNvPr id="24" name="Afbeelding 23">
            <a:extLst>
              <a:ext uri="{FF2B5EF4-FFF2-40B4-BE49-F238E27FC236}">
                <a16:creationId xmlns:a16="http://schemas.microsoft.com/office/drawing/2014/main" id="{67EE429E-81A4-4547-B398-826A256702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6301" y="2024238"/>
            <a:ext cx="635000" cy="939800"/>
          </a:xfrm>
          <a:prstGeom prst="rect">
            <a:avLst/>
          </a:prstGeom>
        </p:spPr>
      </p:pic>
      <p:pic>
        <p:nvPicPr>
          <p:cNvPr id="25" name="Afbeelding 24">
            <a:extLst>
              <a:ext uri="{FF2B5EF4-FFF2-40B4-BE49-F238E27FC236}">
                <a16:creationId xmlns:a16="http://schemas.microsoft.com/office/drawing/2014/main" id="{F7246B54-065F-D748-AAE6-85D78F4CA4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6293" y="2045232"/>
            <a:ext cx="977900" cy="977900"/>
          </a:xfrm>
          <a:prstGeom prst="rect">
            <a:avLst/>
          </a:prstGeom>
        </p:spPr>
      </p:pic>
      <p:pic>
        <p:nvPicPr>
          <p:cNvPr id="26" name="Afbeelding 25">
            <a:extLst>
              <a:ext uri="{FF2B5EF4-FFF2-40B4-BE49-F238E27FC236}">
                <a16:creationId xmlns:a16="http://schemas.microsoft.com/office/drawing/2014/main" id="{7C6D455F-8F52-4345-BA24-EF67C189C86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84768" y="4705798"/>
            <a:ext cx="886505" cy="777636"/>
          </a:xfrm>
          <a:prstGeom prst="rect">
            <a:avLst/>
          </a:prstGeom>
        </p:spPr>
      </p:pic>
      <p:pic>
        <p:nvPicPr>
          <p:cNvPr id="27" name="Afbeelding 26">
            <a:extLst>
              <a:ext uri="{FF2B5EF4-FFF2-40B4-BE49-F238E27FC236}">
                <a16:creationId xmlns:a16="http://schemas.microsoft.com/office/drawing/2014/main" id="{35210C86-ABE4-DD4D-97F0-05F9ACCA0C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3168" y="2129067"/>
            <a:ext cx="886505" cy="77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378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Ovaal 27">
            <a:extLst>
              <a:ext uri="{FF2B5EF4-FFF2-40B4-BE49-F238E27FC236}">
                <a16:creationId xmlns:a16="http://schemas.microsoft.com/office/drawing/2014/main" id="{BCD1B33E-A64D-3240-B7FF-7909F01F3BD8}"/>
              </a:ext>
            </a:extLst>
          </p:cNvPr>
          <p:cNvSpPr/>
          <p:nvPr/>
        </p:nvSpPr>
        <p:spPr>
          <a:xfrm>
            <a:off x="588507" y="241802"/>
            <a:ext cx="1960092" cy="1913066"/>
          </a:xfrm>
          <a:prstGeom prst="ellipse">
            <a:avLst/>
          </a:prstGeom>
          <a:solidFill>
            <a:srgbClr val="C9EBF0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000" dirty="0">
                <a:solidFill>
                  <a:schemeClr val="tx1"/>
                </a:solidFill>
                <a:latin typeface="Chrono Medium" panose="020B0304000000010002" pitchFamily="34" charset="0"/>
              </a:rPr>
              <a:t>Agenda punt 1</a:t>
            </a:r>
          </a:p>
        </p:txBody>
      </p:sp>
      <p:sp>
        <p:nvSpPr>
          <p:cNvPr id="29" name="Ovaal 28">
            <a:extLst>
              <a:ext uri="{FF2B5EF4-FFF2-40B4-BE49-F238E27FC236}">
                <a16:creationId xmlns:a16="http://schemas.microsoft.com/office/drawing/2014/main" id="{FB45EAA2-284F-8143-AC7B-607605798F65}"/>
              </a:ext>
            </a:extLst>
          </p:cNvPr>
          <p:cNvSpPr/>
          <p:nvPr/>
        </p:nvSpPr>
        <p:spPr>
          <a:xfrm>
            <a:off x="3637288" y="241802"/>
            <a:ext cx="1960092" cy="1913066"/>
          </a:xfrm>
          <a:prstGeom prst="ellipse">
            <a:avLst/>
          </a:prstGeom>
          <a:solidFill>
            <a:srgbClr val="C9EBF0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000" dirty="0">
                <a:solidFill>
                  <a:schemeClr val="tx1"/>
                </a:solidFill>
                <a:latin typeface="Chrono Medium" panose="020B0304000000010002" pitchFamily="34" charset="0"/>
              </a:rPr>
              <a:t>Agenda punt 1</a:t>
            </a:r>
          </a:p>
        </p:txBody>
      </p:sp>
      <p:sp>
        <p:nvSpPr>
          <p:cNvPr id="30" name="Ovaal 29">
            <a:extLst>
              <a:ext uri="{FF2B5EF4-FFF2-40B4-BE49-F238E27FC236}">
                <a16:creationId xmlns:a16="http://schemas.microsoft.com/office/drawing/2014/main" id="{F6CB4A38-AD09-EA4E-9094-4210CCB95832}"/>
              </a:ext>
            </a:extLst>
          </p:cNvPr>
          <p:cNvSpPr/>
          <p:nvPr/>
        </p:nvSpPr>
        <p:spPr>
          <a:xfrm>
            <a:off x="6632143" y="241802"/>
            <a:ext cx="1960092" cy="1913066"/>
          </a:xfrm>
          <a:prstGeom prst="ellipse">
            <a:avLst/>
          </a:prstGeom>
          <a:solidFill>
            <a:srgbClr val="C9EBF0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000" dirty="0">
                <a:solidFill>
                  <a:schemeClr val="tx1"/>
                </a:solidFill>
                <a:latin typeface="Chrono Medium" panose="020B0304000000010002" pitchFamily="34" charset="0"/>
              </a:rPr>
              <a:t>Agenda punt 1</a:t>
            </a:r>
          </a:p>
        </p:txBody>
      </p:sp>
      <p:sp>
        <p:nvSpPr>
          <p:cNvPr id="31" name="Ovaal 30">
            <a:extLst>
              <a:ext uri="{FF2B5EF4-FFF2-40B4-BE49-F238E27FC236}">
                <a16:creationId xmlns:a16="http://schemas.microsoft.com/office/drawing/2014/main" id="{1A25ADA0-EB51-0146-BFBF-B55190AB3748}"/>
              </a:ext>
            </a:extLst>
          </p:cNvPr>
          <p:cNvSpPr/>
          <p:nvPr/>
        </p:nvSpPr>
        <p:spPr>
          <a:xfrm>
            <a:off x="9626998" y="241802"/>
            <a:ext cx="1960092" cy="1913066"/>
          </a:xfrm>
          <a:prstGeom prst="ellipse">
            <a:avLst/>
          </a:prstGeom>
          <a:solidFill>
            <a:srgbClr val="C9EBF0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000" dirty="0">
                <a:solidFill>
                  <a:schemeClr val="tx1"/>
                </a:solidFill>
                <a:latin typeface="Chrono Medium" panose="020B0304000000010002" pitchFamily="34" charset="0"/>
              </a:rPr>
              <a:t>Agenda punt 1</a:t>
            </a:r>
          </a:p>
        </p:txBody>
      </p:sp>
      <p:sp>
        <p:nvSpPr>
          <p:cNvPr id="36" name="Ovaal 35">
            <a:extLst>
              <a:ext uri="{FF2B5EF4-FFF2-40B4-BE49-F238E27FC236}">
                <a16:creationId xmlns:a16="http://schemas.microsoft.com/office/drawing/2014/main" id="{D62FD3B6-EED0-6740-8519-8314A71646C6}"/>
              </a:ext>
            </a:extLst>
          </p:cNvPr>
          <p:cNvSpPr/>
          <p:nvPr/>
        </p:nvSpPr>
        <p:spPr>
          <a:xfrm>
            <a:off x="588507" y="2431590"/>
            <a:ext cx="1960092" cy="1913066"/>
          </a:xfrm>
          <a:prstGeom prst="ellipse">
            <a:avLst/>
          </a:prstGeom>
          <a:solidFill>
            <a:srgbClr val="C9EBF0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000" dirty="0">
                <a:solidFill>
                  <a:schemeClr val="tx1"/>
                </a:solidFill>
                <a:latin typeface="Chrono Medium" panose="020B0304000000010002" pitchFamily="34" charset="0"/>
              </a:rPr>
              <a:t>Agenda punt 1</a:t>
            </a:r>
          </a:p>
        </p:txBody>
      </p:sp>
      <p:sp>
        <p:nvSpPr>
          <p:cNvPr id="37" name="Ovaal 36">
            <a:extLst>
              <a:ext uri="{FF2B5EF4-FFF2-40B4-BE49-F238E27FC236}">
                <a16:creationId xmlns:a16="http://schemas.microsoft.com/office/drawing/2014/main" id="{9BD36B25-2293-8140-90E5-F464A89DD849}"/>
              </a:ext>
            </a:extLst>
          </p:cNvPr>
          <p:cNvSpPr/>
          <p:nvPr/>
        </p:nvSpPr>
        <p:spPr>
          <a:xfrm>
            <a:off x="3637288" y="2431590"/>
            <a:ext cx="1960092" cy="1913066"/>
          </a:xfrm>
          <a:prstGeom prst="ellipse">
            <a:avLst/>
          </a:prstGeom>
          <a:solidFill>
            <a:srgbClr val="C9EBF0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000" dirty="0">
                <a:solidFill>
                  <a:schemeClr val="tx1"/>
                </a:solidFill>
                <a:latin typeface="Chrono Medium" panose="020B0304000000010002" pitchFamily="34" charset="0"/>
              </a:rPr>
              <a:t>Agenda punt 1</a:t>
            </a:r>
          </a:p>
        </p:txBody>
      </p:sp>
      <p:sp>
        <p:nvSpPr>
          <p:cNvPr id="38" name="Ovaal 37">
            <a:extLst>
              <a:ext uri="{FF2B5EF4-FFF2-40B4-BE49-F238E27FC236}">
                <a16:creationId xmlns:a16="http://schemas.microsoft.com/office/drawing/2014/main" id="{543540CA-3CC4-F84D-A569-E174213C51CE}"/>
              </a:ext>
            </a:extLst>
          </p:cNvPr>
          <p:cNvSpPr/>
          <p:nvPr/>
        </p:nvSpPr>
        <p:spPr>
          <a:xfrm>
            <a:off x="6632143" y="2431590"/>
            <a:ext cx="1960092" cy="1913066"/>
          </a:xfrm>
          <a:prstGeom prst="ellipse">
            <a:avLst/>
          </a:prstGeom>
          <a:solidFill>
            <a:srgbClr val="C9EBF0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000" dirty="0">
                <a:solidFill>
                  <a:schemeClr val="tx1"/>
                </a:solidFill>
                <a:latin typeface="Chrono Medium" panose="020B0304000000010002" pitchFamily="34" charset="0"/>
              </a:rPr>
              <a:t>Agenda punt 1</a:t>
            </a:r>
          </a:p>
        </p:txBody>
      </p:sp>
      <p:sp>
        <p:nvSpPr>
          <p:cNvPr id="39" name="Ovaal 38">
            <a:extLst>
              <a:ext uri="{FF2B5EF4-FFF2-40B4-BE49-F238E27FC236}">
                <a16:creationId xmlns:a16="http://schemas.microsoft.com/office/drawing/2014/main" id="{5D2205D0-0C38-994E-ADD6-135BB7F479ED}"/>
              </a:ext>
            </a:extLst>
          </p:cNvPr>
          <p:cNvSpPr/>
          <p:nvPr/>
        </p:nvSpPr>
        <p:spPr>
          <a:xfrm>
            <a:off x="9626998" y="2431589"/>
            <a:ext cx="1960092" cy="1913066"/>
          </a:xfrm>
          <a:prstGeom prst="ellipse">
            <a:avLst/>
          </a:prstGeom>
          <a:solidFill>
            <a:srgbClr val="C9EBF0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000" dirty="0">
                <a:solidFill>
                  <a:schemeClr val="tx1"/>
                </a:solidFill>
                <a:latin typeface="Chrono Medium" panose="020B0304000000010002" pitchFamily="34" charset="0"/>
              </a:rPr>
              <a:t>Agenda punt 1</a:t>
            </a:r>
          </a:p>
        </p:txBody>
      </p:sp>
      <p:sp>
        <p:nvSpPr>
          <p:cNvPr id="40" name="Ovaal 39">
            <a:extLst>
              <a:ext uri="{FF2B5EF4-FFF2-40B4-BE49-F238E27FC236}">
                <a16:creationId xmlns:a16="http://schemas.microsoft.com/office/drawing/2014/main" id="{8C521B8C-7DB3-B449-A475-1EA8F867088F}"/>
              </a:ext>
            </a:extLst>
          </p:cNvPr>
          <p:cNvSpPr/>
          <p:nvPr/>
        </p:nvSpPr>
        <p:spPr>
          <a:xfrm>
            <a:off x="588507" y="4621377"/>
            <a:ext cx="1960092" cy="1913066"/>
          </a:xfrm>
          <a:prstGeom prst="ellipse">
            <a:avLst/>
          </a:prstGeom>
          <a:solidFill>
            <a:srgbClr val="C9EBF0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000" dirty="0">
                <a:solidFill>
                  <a:schemeClr val="tx1"/>
                </a:solidFill>
                <a:latin typeface="Chrono Medium" panose="020B0304000000010002" pitchFamily="34" charset="0"/>
              </a:rPr>
              <a:t>Agenda punt 1</a:t>
            </a:r>
          </a:p>
        </p:txBody>
      </p:sp>
      <p:sp>
        <p:nvSpPr>
          <p:cNvPr id="41" name="Ovaal 40">
            <a:extLst>
              <a:ext uri="{FF2B5EF4-FFF2-40B4-BE49-F238E27FC236}">
                <a16:creationId xmlns:a16="http://schemas.microsoft.com/office/drawing/2014/main" id="{4EE02354-D2CB-5B4B-BB54-DBA3B7DE3835}"/>
              </a:ext>
            </a:extLst>
          </p:cNvPr>
          <p:cNvSpPr/>
          <p:nvPr/>
        </p:nvSpPr>
        <p:spPr>
          <a:xfrm>
            <a:off x="3637288" y="4621377"/>
            <a:ext cx="1960092" cy="1913066"/>
          </a:xfrm>
          <a:prstGeom prst="ellipse">
            <a:avLst/>
          </a:prstGeom>
          <a:solidFill>
            <a:srgbClr val="C9EBF0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000" dirty="0">
                <a:solidFill>
                  <a:schemeClr val="tx1"/>
                </a:solidFill>
                <a:latin typeface="Chrono Medium" panose="020B0304000000010002" pitchFamily="34" charset="0"/>
              </a:rPr>
              <a:t>Agenda punt 1</a:t>
            </a:r>
          </a:p>
        </p:txBody>
      </p:sp>
      <p:sp>
        <p:nvSpPr>
          <p:cNvPr id="42" name="Ovaal 41">
            <a:extLst>
              <a:ext uri="{FF2B5EF4-FFF2-40B4-BE49-F238E27FC236}">
                <a16:creationId xmlns:a16="http://schemas.microsoft.com/office/drawing/2014/main" id="{E432D0F7-3011-D84B-A3F2-93141280D077}"/>
              </a:ext>
            </a:extLst>
          </p:cNvPr>
          <p:cNvSpPr/>
          <p:nvPr/>
        </p:nvSpPr>
        <p:spPr>
          <a:xfrm>
            <a:off x="6632143" y="4621377"/>
            <a:ext cx="1960092" cy="1913066"/>
          </a:xfrm>
          <a:prstGeom prst="ellipse">
            <a:avLst/>
          </a:prstGeom>
          <a:solidFill>
            <a:srgbClr val="C9EBF0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000" dirty="0">
                <a:solidFill>
                  <a:schemeClr val="tx1"/>
                </a:solidFill>
                <a:latin typeface="Chrono Medium" panose="020B0304000000010002" pitchFamily="34" charset="0"/>
              </a:rPr>
              <a:t>Agenda punt 1</a:t>
            </a:r>
          </a:p>
        </p:txBody>
      </p:sp>
      <p:sp>
        <p:nvSpPr>
          <p:cNvPr id="43" name="Ovaal 42">
            <a:extLst>
              <a:ext uri="{FF2B5EF4-FFF2-40B4-BE49-F238E27FC236}">
                <a16:creationId xmlns:a16="http://schemas.microsoft.com/office/drawing/2014/main" id="{66D05A7D-51EA-8548-88C8-CA77CF831345}"/>
              </a:ext>
            </a:extLst>
          </p:cNvPr>
          <p:cNvSpPr/>
          <p:nvPr/>
        </p:nvSpPr>
        <p:spPr>
          <a:xfrm>
            <a:off x="9626998" y="4621377"/>
            <a:ext cx="1960092" cy="1913066"/>
          </a:xfrm>
          <a:prstGeom prst="ellipse">
            <a:avLst/>
          </a:prstGeom>
          <a:solidFill>
            <a:srgbClr val="C9EBF0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2000" dirty="0">
                <a:solidFill>
                  <a:schemeClr val="tx1"/>
                </a:solidFill>
                <a:latin typeface="Chrono Medium" panose="020B0304000000010002" pitchFamily="34" charset="0"/>
              </a:rPr>
              <a:t>Agenda punt 1</a:t>
            </a:r>
          </a:p>
        </p:txBody>
      </p:sp>
    </p:spTree>
    <p:extLst>
      <p:ext uri="{BB962C8B-B14F-4D97-AF65-F5344CB8AC3E}">
        <p14:creationId xmlns:p14="http://schemas.microsoft.com/office/powerpoint/2010/main" val="3023020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2F4971-5D90-4F4A-9DF7-FA1C86EB3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Wie zijn wij?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691C003-5970-0149-9A51-16B0CC8A3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nl-NL" sz="2400" dirty="0"/>
              <a:t>135 medewerkers </a:t>
            </a:r>
            <a:br>
              <a:rPr lang="nl-NL" sz="2400" dirty="0"/>
            </a:br>
            <a:r>
              <a:rPr lang="nl-NL" sz="2400" dirty="0"/>
              <a:t>(</a:t>
            </a:r>
            <a:r>
              <a:rPr lang="nl-NL" sz="2400" dirty="0" err="1"/>
              <a:t>Embrace</a:t>
            </a:r>
            <a:r>
              <a:rPr lang="nl-NL" sz="2400" dirty="0"/>
              <a:t>, </a:t>
            </a:r>
            <a:r>
              <a:rPr lang="nl-NL" sz="2400" dirty="0" err="1"/>
              <a:t>Umbrella</a:t>
            </a:r>
            <a:r>
              <a:rPr lang="nl-NL" sz="2400" dirty="0"/>
              <a:t> en </a:t>
            </a:r>
            <a:r>
              <a:rPr lang="nl-NL" sz="2400" dirty="0" err="1"/>
              <a:t>Qvision</a:t>
            </a:r>
            <a:r>
              <a:rPr lang="nl-NL" sz="2400" dirty="0"/>
              <a:t>)</a:t>
            </a:r>
          </a:p>
          <a:p>
            <a:pPr>
              <a:lnSpc>
                <a:spcPct val="150000"/>
              </a:lnSpc>
            </a:pPr>
            <a:r>
              <a:rPr lang="nl-NL" sz="2400" dirty="0"/>
              <a:t>Ontwikkelaars, content strategen, interactie ontwerpers</a:t>
            </a:r>
          </a:p>
          <a:p>
            <a:pPr>
              <a:lnSpc>
                <a:spcPct val="150000"/>
              </a:lnSpc>
            </a:pPr>
            <a:r>
              <a:rPr lang="nl-NL" sz="2400" dirty="0"/>
              <a:t>Veranderconsultants en meer</a:t>
            </a:r>
          </a:p>
          <a:p>
            <a:pPr>
              <a:lnSpc>
                <a:spcPct val="150000"/>
              </a:lnSpc>
            </a:pPr>
            <a:r>
              <a:rPr lang="nl-NL" sz="2400" dirty="0"/>
              <a:t>Groningen, Sneek, Zeist, Best, Sofia, Braunschweig </a:t>
            </a:r>
          </a:p>
          <a:p>
            <a:pPr marL="0" indent="0">
              <a:buNone/>
            </a:pPr>
            <a:endParaRPr lang="nl-NL" sz="2400" dirty="0"/>
          </a:p>
          <a:p>
            <a:pPr marL="0" indent="0">
              <a:buNone/>
            </a:pPr>
            <a:endParaRPr lang="nl-NL" sz="2400" dirty="0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F248967F-D871-BE43-8A17-4AC8C142B8D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17" r="5915"/>
          <a:stretch>
            <a:fillRect/>
          </a:stretch>
        </p:blipFill>
        <p:spPr>
          <a:xfrm>
            <a:off x="5799431" y="0"/>
            <a:ext cx="9172756" cy="6858000"/>
          </a:xfrm>
          <a:custGeom>
            <a:avLst/>
            <a:gdLst>
              <a:gd name="connsiteX0" fmla="*/ 1874216 w 9172756"/>
              <a:gd name="connsiteY0" fmla="*/ 0 h 6858000"/>
              <a:gd name="connsiteX1" fmla="*/ 7298540 w 9172756"/>
              <a:gd name="connsiteY1" fmla="*/ 0 h 6858000"/>
              <a:gd name="connsiteX2" fmla="*/ 7330481 w 9172756"/>
              <a:gd name="connsiteY2" fmla="*/ 22714 h 6858000"/>
              <a:gd name="connsiteX3" fmla="*/ 9172756 w 9172756"/>
              <a:gd name="connsiteY3" fmla="*/ 3697941 h 6858000"/>
              <a:gd name="connsiteX4" fmla="*/ 8125450 w 9172756"/>
              <a:gd name="connsiteY4" fmla="*/ 6615304 h 6858000"/>
              <a:gd name="connsiteX5" fmla="*/ 7904873 w 9172756"/>
              <a:gd name="connsiteY5" fmla="*/ 6858000 h 6858000"/>
              <a:gd name="connsiteX6" fmla="*/ 1267883 w 9172756"/>
              <a:gd name="connsiteY6" fmla="*/ 6858000 h 6858000"/>
              <a:gd name="connsiteX7" fmla="*/ 1047306 w 9172756"/>
              <a:gd name="connsiteY7" fmla="*/ 6615304 h 6858000"/>
              <a:gd name="connsiteX8" fmla="*/ 0 w 9172756"/>
              <a:gd name="connsiteY8" fmla="*/ 3697941 h 6858000"/>
              <a:gd name="connsiteX9" fmla="*/ 1842275 w 9172756"/>
              <a:gd name="connsiteY9" fmla="*/ 2271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172756" h="6858000">
                <a:moveTo>
                  <a:pt x="1874216" y="0"/>
                </a:moveTo>
                <a:lnTo>
                  <a:pt x="7298540" y="0"/>
                </a:lnTo>
                <a:lnTo>
                  <a:pt x="7330481" y="22714"/>
                </a:lnTo>
                <a:cubicBezTo>
                  <a:pt x="8448855" y="859095"/>
                  <a:pt x="9172756" y="2193980"/>
                  <a:pt x="9172756" y="3697941"/>
                </a:cubicBezTo>
                <a:cubicBezTo>
                  <a:pt x="9172756" y="4806123"/>
                  <a:pt x="8779724" y="5822507"/>
                  <a:pt x="8125450" y="6615304"/>
                </a:cubicBezTo>
                <a:lnTo>
                  <a:pt x="7904873" y="6858000"/>
                </a:lnTo>
                <a:lnTo>
                  <a:pt x="1267883" y="6858000"/>
                </a:lnTo>
                <a:lnTo>
                  <a:pt x="1047306" y="6615304"/>
                </a:lnTo>
                <a:cubicBezTo>
                  <a:pt x="393032" y="5822507"/>
                  <a:pt x="0" y="4806123"/>
                  <a:pt x="0" y="3697941"/>
                </a:cubicBezTo>
                <a:cubicBezTo>
                  <a:pt x="0" y="2193980"/>
                  <a:pt x="723901" y="859095"/>
                  <a:pt x="1842275" y="22714"/>
                </a:cubicBezTo>
                <a:close/>
              </a:path>
            </a:pathLst>
          </a:custGeom>
        </p:spPr>
      </p:pic>
      <p:sp>
        <p:nvSpPr>
          <p:cNvPr id="12" name="Ovaal 11">
            <a:extLst>
              <a:ext uri="{FF2B5EF4-FFF2-40B4-BE49-F238E27FC236}">
                <a16:creationId xmlns:a16="http://schemas.microsoft.com/office/drawing/2014/main" id="{C2BD378C-52F3-FA48-8322-CCC84B54FC6A}"/>
              </a:ext>
            </a:extLst>
          </p:cNvPr>
          <p:cNvSpPr/>
          <p:nvPr/>
        </p:nvSpPr>
        <p:spPr>
          <a:xfrm>
            <a:off x="5788673" y="-888437"/>
            <a:ext cx="9172755" cy="9172755"/>
          </a:xfrm>
          <a:prstGeom prst="ellipse">
            <a:avLst/>
          </a:prstGeom>
          <a:solidFill>
            <a:srgbClr val="5E4EA0">
              <a:alpha val="7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7036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49E3F8-B133-AF4C-A4C6-5FABBD6F5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Ons team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1E1A45A0-8FF1-2948-8862-9523638891D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ADB62044-35F7-6048-937F-A69269BBA124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2FA28C5-83C5-1943-8FFE-E837BCC28391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31E877B0-D7A4-2342-AE25-8199C1952644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A9D35F11-0823-B444-87D7-70782A1B7752}"/>
              </a:ext>
            </a:extLst>
          </p:cNvPr>
          <p:cNvSpPr>
            <a:spLocks noGrp="1"/>
          </p:cNvSpPr>
          <p:nvPr>
            <p:ph type="body" sz="half" idx="2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258E36B5-E64D-1449-9BE5-13CE841ACC22}"/>
              </a:ext>
            </a:extLst>
          </p:cNvPr>
          <p:cNvSpPr>
            <a:spLocks noGrp="1"/>
          </p:cNvSpPr>
          <p:nvPr>
            <p:ph type="body" sz="half" idx="2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EDBEFDDB-A14E-5244-890E-A4A7088C55DF}"/>
              </a:ext>
            </a:extLst>
          </p:cNvPr>
          <p:cNvSpPr>
            <a:spLocks noGrp="1"/>
          </p:cNvSpPr>
          <p:nvPr>
            <p:ph type="body" sz="half" idx="2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7E62E8A3-D4DA-0E46-BD20-888751E3E799}"/>
              </a:ext>
            </a:extLst>
          </p:cNvPr>
          <p:cNvSpPr>
            <a:spLocks noGrp="1"/>
          </p:cNvSpPr>
          <p:nvPr>
            <p:ph type="body" sz="half" idx="2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61BB7C06-7DCA-B64F-B0FC-B49C46775E8B}"/>
              </a:ext>
            </a:extLst>
          </p:cNvPr>
          <p:cNvSpPr>
            <a:spLocks noGrp="1"/>
          </p:cNvSpPr>
          <p:nvPr>
            <p:ph type="body" sz="half" idx="26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01A436E6-35B9-664B-AA94-C17B14196BB5}"/>
              </a:ext>
            </a:extLst>
          </p:cNvPr>
          <p:cNvSpPr>
            <a:spLocks noGrp="1"/>
          </p:cNvSpPr>
          <p:nvPr>
            <p:ph type="body" sz="half" idx="27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8C3CCC59-14AC-4342-B157-BE48861F0B47}"/>
              </a:ext>
            </a:extLst>
          </p:cNvPr>
          <p:cNvSpPr>
            <a:spLocks noGrp="1"/>
          </p:cNvSpPr>
          <p:nvPr>
            <p:ph type="body" sz="half" idx="28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9BFA686A-34B9-464E-8B62-FA6F14C24955}"/>
              </a:ext>
            </a:extLst>
          </p:cNvPr>
          <p:cNvSpPr>
            <a:spLocks noGrp="1"/>
          </p:cNvSpPr>
          <p:nvPr>
            <p:ph type="body" sz="half" idx="29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4D888987-31F9-5844-823E-CEE48EADA60E}"/>
              </a:ext>
            </a:extLst>
          </p:cNvPr>
          <p:cNvSpPr>
            <a:spLocks noGrp="1"/>
          </p:cNvSpPr>
          <p:nvPr>
            <p:ph type="body" sz="half" idx="3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51AD98BC-EF50-B946-8D4B-231FE36A8E3A}"/>
              </a:ext>
            </a:extLst>
          </p:cNvPr>
          <p:cNvSpPr>
            <a:spLocks noGrp="1"/>
          </p:cNvSpPr>
          <p:nvPr>
            <p:ph type="body" sz="half" idx="3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3A757BE2-377F-5A4D-8F19-34622A148F22}"/>
              </a:ext>
            </a:extLst>
          </p:cNvPr>
          <p:cNvSpPr>
            <a:spLocks noGrp="1"/>
          </p:cNvSpPr>
          <p:nvPr>
            <p:ph type="body" sz="half" idx="32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2CE5F2B5-CE4C-2F4B-AEC1-7599B0ACE17E}"/>
              </a:ext>
            </a:extLst>
          </p:cNvPr>
          <p:cNvSpPr>
            <a:spLocks noGrp="1"/>
          </p:cNvSpPr>
          <p:nvPr>
            <p:ph type="body" sz="half" idx="33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B1AF2692-2FF5-A84C-A3D3-74D3DB4B96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76" t="9665" r="4833" b="744"/>
          <a:stretch>
            <a:fillRect/>
          </a:stretch>
        </p:blipFill>
        <p:spPr>
          <a:xfrm>
            <a:off x="827858" y="1696538"/>
            <a:ext cx="1633988" cy="1633988"/>
          </a:xfrm>
          <a:custGeom>
            <a:avLst/>
            <a:gdLst>
              <a:gd name="connsiteX0" fmla="*/ 1080246 w 2160492"/>
              <a:gd name="connsiteY0" fmla="*/ 0 h 2160492"/>
              <a:gd name="connsiteX1" fmla="*/ 2160492 w 2160492"/>
              <a:gd name="connsiteY1" fmla="*/ 1080246 h 2160492"/>
              <a:gd name="connsiteX2" fmla="*/ 1080246 w 2160492"/>
              <a:gd name="connsiteY2" fmla="*/ 2160492 h 2160492"/>
              <a:gd name="connsiteX3" fmla="*/ 0 w 2160492"/>
              <a:gd name="connsiteY3" fmla="*/ 1080246 h 2160492"/>
              <a:gd name="connsiteX4" fmla="*/ 1080246 w 2160492"/>
              <a:gd name="connsiteY4" fmla="*/ 0 h 216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492" h="2160492">
                <a:moveTo>
                  <a:pt x="1080246" y="0"/>
                </a:moveTo>
                <a:cubicBezTo>
                  <a:pt x="1676849" y="0"/>
                  <a:pt x="2160492" y="483643"/>
                  <a:pt x="2160492" y="1080246"/>
                </a:cubicBezTo>
                <a:cubicBezTo>
                  <a:pt x="2160492" y="1676849"/>
                  <a:pt x="1676849" y="2160492"/>
                  <a:pt x="1080246" y="2160492"/>
                </a:cubicBezTo>
                <a:cubicBezTo>
                  <a:pt x="483643" y="2160492"/>
                  <a:pt x="0" y="1676849"/>
                  <a:pt x="0" y="1080246"/>
                </a:cubicBezTo>
                <a:cubicBezTo>
                  <a:pt x="0" y="483643"/>
                  <a:pt x="483643" y="0"/>
                  <a:pt x="1080246" y="0"/>
                </a:cubicBezTo>
                <a:close/>
              </a:path>
            </a:pathLst>
          </a:custGeom>
        </p:spPr>
      </p:pic>
      <p:pic>
        <p:nvPicPr>
          <p:cNvPr id="21" name="Afbeelding 20">
            <a:extLst>
              <a:ext uri="{FF2B5EF4-FFF2-40B4-BE49-F238E27FC236}">
                <a16:creationId xmlns:a16="http://schemas.microsoft.com/office/drawing/2014/main" id="{4D55560F-663A-CD47-8439-21241FF936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76" t="9665" r="4833" b="744"/>
          <a:stretch>
            <a:fillRect/>
          </a:stretch>
        </p:blipFill>
        <p:spPr>
          <a:xfrm>
            <a:off x="3796141" y="1696538"/>
            <a:ext cx="1633988" cy="1633988"/>
          </a:xfrm>
          <a:custGeom>
            <a:avLst/>
            <a:gdLst>
              <a:gd name="connsiteX0" fmla="*/ 1080246 w 2160492"/>
              <a:gd name="connsiteY0" fmla="*/ 0 h 2160492"/>
              <a:gd name="connsiteX1" fmla="*/ 2160492 w 2160492"/>
              <a:gd name="connsiteY1" fmla="*/ 1080246 h 2160492"/>
              <a:gd name="connsiteX2" fmla="*/ 1080246 w 2160492"/>
              <a:gd name="connsiteY2" fmla="*/ 2160492 h 2160492"/>
              <a:gd name="connsiteX3" fmla="*/ 0 w 2160492"/>
              <a:gd name="connsiteY3" fmla="*/ 1080246 h 2160492"/>
              <a:gd name="connsiteX4" fmla="*/ 1080246 w 2160492"/>
              <a:gd name="connsiteY4" fmla="*/ 0 h 216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492" h="2160492">
                <a:moveTo>
                  <a:pt x="1080246" y="0"/>
                </a:moveTo>
                <a:cubicBezTo>
                  <a:pt x="1676849" y="0"/>
                  <a:pt x="2160492" y="483643"/>
                  <a:pt x="2160492" y="1080246"/>
                </a:cubicBezTo>
                <a:cubicBezTo>
                  <a:pt x="2160492" y="1676849"/>
                  <a:pt x="1676849" y="2160492"/>
                  <a:pt x="1080246" y="2160492"/>
                </a:cubicBezTo>
                <a:cubicBezTo>
                  <a:pt x="483643" y="2160492"/>
                  <a:pt x="0" y="1676849"/>
                  <a:pt x="0" y="1080246"/>
                </a:cubicBezTo>
                <a:cubicBezTo>
                  <a:pt x="0" y="483643"/>
                  <a:pt x="483643" y="0"/>
                  <a:pt x="1080246" y="0"/>
                </a:cubicBezTo>
                <a:close/>
              </a:path>
            </a:pathLst>
          </a:custGeom>
        </p:spPr>
      </p:pic>
      <p:pic>
        <p:nvPicPr>
          <p:cNvPr id="22" name="Afbeelding 21">
            <a:extLst>
              <a:ext uri="{FF2B5EF4-FFF2-40B4-BE49-F238E27FC236}">
                <a16:creationId xmlns:a16="http://schemas.microsoft.com/office/drawing/2014/main" id="{7F1EAF56-E9A1-3749-A1DF-8C98F86899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76" t="9665" r="4833" b="744"/>
          <a:stretch>
            <a:fillRect/>
          </a:stretch>
        </p:blipFill>
        <p:spPr>
          <a:xfrm>
            <a:off x="6792560" y="1682470"/>
            <a:ext cx="1633988" cy="1633988"/>
          </a:xfrm>
          <a:custGeom>
            <a:avLst/>
            <a:gdLst>
              <a:gd name="connsiteX0" fmla="*/ 1080246 w 2160492"/>
              <a:gd name="connsiteY0" fmla="*/ 0 h 2160492"/>
              <a:gd name="connsiteX1" fmla="*/ 2160492 w 2160492"/>
              <a:gd name="connsiteY1" fmla="*/ 1080246 h 2160492"/>
              <a:gd name="connsiteX2" fmla="*/ 1080246 w 2160492"/>
              <a:gd name="connsiteY2" fmla="*/ 2160492 h 2160492"/>
              <a:gd name="connsiteX3" fmla="*/ 0 w 2160492"/>
              <a:gd name="connsiteY3" fmla="*/ 1080246 h 2160492"/>
              <a:gd name="connsiteX4" fmla="*/ 1080246 w 2160492"/>
              <a:gd name="connsiteY4" fmla="*/ 0 h 216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492" h="2160492">
                <a:moveTo>
                  <a:pt x="1080246" y="0"/>
                </a:moveTo>
                <a:cubicBezTo>
                  <a:pt x="1676849" y="0"/>
                  <a:pt x="2160492" y="483643"/>
                  <a:pt x="2160492" y="1080246"/>
                </a:cubicBezTo>
                <a:cubicBezTo>
                  <a:pt x="2160492" y="1676849"/>
                  <a:pt x="1676849" y="2160492"/>
                  <a:pt x="1080246" y="2160492"/>
                </a:cubicBezTo>
                <a:cubicBezTo>
                  <a:pt x="483643" y="2160492"/>
                  <a:pt x="0" y="1676849"/>
                  <a:pt x="0" y="1080246"/>
                </a:cubicBezTo>
                <a:cubicBezTo>
                  <a:pt x="0" y="483643"/>
                  <a:pt x="483643" y="0"/>
                  <a:pt x="1080246" y="0"/>
                </a:cubicBezTo>
                <a:close/>
              </a:path>
            </a:pathLst>
          </a:custGeom>
        </p:spPr>
      </p:pic>
      <p:pic>
        <p:nvPicPr>
          <p:cNvPr id="23" name="Afbeelding 22">
            <a:extLst>
              <a:ext uri="{FF2B5EF4-FFF2-40B4-BE49-F238E27FC236}">
                <a16:creationId xmlns:a16="http://schemas.microsoft.com/office/drawing/2014/main" id="{E42683DC-71AE-6B40-8484-E7BD9B76CB6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76" t="9665" r="4833" b="744"/>
          <a:stretch>
            <a:fillRect/>
          </a:stretch>
        </p:blipFill>
        <p:spPr>
          <a:xfrm>
            <a:off x="9788978" y="1682470"/>
            <a:ext cx="1633988" cy="1633988"/>
          </a:xfrm>
          <a:custGeom>
            <a:avLst/>
            <a:gdLst>
              <a:gd name="connsiteX0" fmla="*/ 1080246 w 2160492"/>
              <a:gd name="connsiteY0" fmla="*/ 0 h 2160492"/>
              <a:gd name="connsiteX1" fmla="*/ 2160492 w 2160492"/>
              <a:gd name="connsiteY1" fmla="*/ 1080246 h 2160492"/>
              <a:gd name="connsiteX2" fmla="*/ 1080246 w 2160492"/>
              <a:gd name="connsiteY2" fmla="*/ 2160492 h 2160492"/>
              <a:gd name="connsiteX3" fmla="*/ 0 w 2160492"/>
              <a:gd name="connsiteY3" fmla="*/ 1080246 h 2160492"/>
              <a:gd name="connsiteX4" fmla="*/ 1080246 w 2160492"/>
              <a:gd name="connsiteY4" fmla="*/ 0 h 216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492" h="2160492">
                <a:moveTo>
                  <a:pt x="1080246" y="0"/>
                </a:moveTo>
                <a:cubicBezTo>
                  <a:pt x="1676849" y="0"/>
                  <a:pt x="2160492" y="483643"/>
                  <a:pt x="2160492" y="1080246"/>
                </a:cubicBezTo>
                <a:cubicBezTo>
                  <a:pt x="2160492" y="1676849"/>
                  <a:pt x="1676849" y="2160492"/>
                  <a:pt x="1080246" y="2160492"/>
                </a:cubicBezTo>
                <a:cubicBezTo>
                  <a:pt x="483643" y="2160492"/>
                  <a:pt x="0" y="1676849"/>
                  <a:pt x="0" y="1080246"/>
                </a:cubicBezTo>
                <a:cubicBezTo>
                  <a:pt x="0" y="483643"/>
                  <a:pt x="483643" y="0"/>
                  <a:pt x="1080246" y="0"/>
                </a:cubicBezTo>
                <a:close/>
              </a:path>
            </a:pathLst>
          </a:custGeom>
        </p:spPr>
      </p:pic>
      <p:pic>
        <p:nvPicPr>
          <p:cNvPr id="24" name="Afbeelding 23">
            <a:extLst>
              <a:ext uri="{FF2B5EF4-FFF2-40B4-BE49-F238E27FC236}">
                <a16:creationId xmlns:a16="http://schemas.microsoft.com/office/drawing/2014/main" id="{0CEC6BB6-521D-8C46-92E1-73281B2EBC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76" t="9665" r="4833" b="744"/>
          <a:stretch>
            <a:fillRect/>
          </a:stretch>
        </p:blipFill>
        <p:spPr>
          <a:xfrm>
            <a:off x="9831181" y="4299061"/>
            <a:ext cx="1633988" cy="1633988"/>
          </a:xfrm>
          <a:custGeom>
            <a:avLst/>
            <a:gdLst>
              <a:gd name="connsiteX0" fmla="*/ 1080246 w 2160492"/>
              <a:gd name="connsiteY0" fmla="*/ 0 h 2160492"/>
              <a:gd name="connsiteX1" fmla="*/ 2160492 w 2160492"/>
              <a:gd name="connsiteY1" fmla="*/ 1080246 h 2160492"/>
              <a:gd name="connsiteX2" fmla="*/ 1080246 w 2160492"/>
              <a:gd name="connsiteY2" fmla="*/ 2160492 h 2160492"/>
              <a:gd name="connsiteX3" fmla="*/ 0 w 2160492"/>
              <a:gd name="connsiteY3" fmla="*/ 1080246 h 2160492"/>
              <a:gd name="connsiteX4" fmla="*/ 1080246 w 2160492"/>
              <a:gd name="connsiteY4" fmla="*/ 0 h 216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492" h="2160492">
                <a:moveTo>
                  <a:pt x="1080246" y="0"/>
                </a:moveTo>
                <a:cubicBezTo>
                  <a:pt x="1676849" y="0"/>
                  <a:pt x="2160492" y="483643"/>
                  <a:pt x="2160492" y="1080246"/>
                </a:cubicBezTo>
                <a:cubicBezTo>
                  <a:pt x="2160492" y="1676849"/>
                  <a:pt x="1676849" y="2160492"/>
                  <a:pt x="1080246" y="2160492"/>
                </a:cubicBezTo>
                <a:cubicBezTo>
                  <a:pt x="483643" y="2160492"/>
                  <a:pt x="0" y="1676849"/>
                  <a:pt x="0" y="1080246"/>
                </a:cubicBezTo>
                <a:cubicBezTo>
                  <a:pt x="0" y="483643"/>
                  <a:pt x="483643" y="0"/>
                  <a:pt x="1080246" y="0"/>
                </a:cubicBezTo>
                <a:close/>
              </a:path>
            </a:pathLst>
          </a:custGeom>
        </p:spPr>
      </p:pic>
      <p:pic>
        <p:nvPicPr>
          <p:cNvPr id="25" name="Afbeelding 24">
            <a:extLst>
              <a:ext uri="{FF2B5EF4-FFF2-40B4-BE49-F238E27FC236}">
                <a16:creationId xmlns:a16="http://schemas.microsoft.com/office/drawing/2014/main" id="{126ABB2E-7D8E-DC44-BCE0-83AC02371D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76" t="9665" r="4833" b="744"/>
          <a:stretch>
            <a:fillRect/>
          </a:stretch>
        </p:blipFill>
        <p:spPr>
          <a:xfrm>
            <a:off x="6806627" y="4284993"/>
            <a:ext cx="1633988" cy="1633988"/>
          </a:xfrm>
          <a:custGeom>
            <a:avLst/>
            <a:gdLst>
              <a:gd name="connsiteX0" fmla="*/ 1080246 w 2160492"/>
              <a:gd name="connsiteY0" fmla="*/ 0 h 2160492"/>
              <a:gd name="connsiteX1" fmla="*/ 2160492 w 2160492"/>
              <a:gd name="connsiteY1" fmla="*/ 1080246 h 2160492"/>
              <a:gd name="connsiteX2" fmla="*/ 1080246 w 2160492"/>
              <a:gd name="connsiteY2" fmla="*/ 2160492 h 2160492"/>
              <a:gd name="connsiteX3" fmla="*/ 0 w 2160492"/>
              <a:gd name="connsiteY3" fmla="*/ 1080246 h 2160492"/>
              <a:gd name="connsiteX4" fmla="*/ 1080246 w 2160492"/>
              <a:gd name="connsiteY4" fmla="*/ 0 h 216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492" h="2160492">
                <a:moveTo>
                  <a:pt x="1080246" y="0"/>
                </a:moveTo>
                <a:cubicBezTo>
                  <a:pt x="1676849" y="0"/>
                  <a:pt x="2160492" y="483643"/>
                  <a:pt x="2160492" y="1080246"/>
                </a:cubicBezTo>
                <a:cubicBezTo>
                  <a:pt x="2160492" y="1676849"/>
                  <a:pt x="1676849" y="2160492"/>
                  <a:pt x="1080246" y="2160492"/>
                </a:cubicBezTo>
                <a:cubicBezTo>
                  <a:pt x="483643" y="2160492"/>
                  <a:pt x="0" y="1676849"/>
                  <a:pt x="0" y="1080246"/>
                </a:cubicBezTo>
                <a:cubicBezTo>
                  <a:pt x="0" y="483643"/>
                  <a:pt x="483643" y="0"/>
                  <a:pt x="1080246" y="0"/>
                </a:cubicBezTo>
                <a:close/>
              </a:path>
            </a:pathLst>
          </a:custGeom>
        </p:spPr>
      </p:pic>
      <p:pic>
        <p:nvPicPr>
          <p:cNvPr id="26" name="Afbeelding 25">
            <a:extLst>
              <a:ext uri="{FF2B5EF4-FFF2-40B4-BE49-F238E27FC236}">
                <a16:creationId xmlns:a16="http://schemas.microsoft.com/office/drawing/2014/main" id="{0388C6F7-C8E3-1D4A-A3E8-A804689899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76" t="9665" r="4833" b="744"/>
          <a:stretch>
            <a:fillRect/>
          </a:stretch>
        </p:blipFill>
        <p:spPr>
          <a:xfrm>
            <a:off x="3824277" y="4299060"/>
            <a:ext cx="1633988" cy="1633988"/>
          </a:xfrm>
          <a:custGeom>
            <a:avLst/>
            <a:gdLst>
              <a:gd name="connsiteX0" fmla="*/ 1080246 w 2160492"/>
              <a:gd name="connsiteY0" fmla="*/ 0 h 2160492"/>
              <a:gd name="connsiteX1" fmla="*/ 2160492 w 2160492"/>
              <a:gd name="connsiteY1" fmla="*/ 1080246 h 2160492"/>
              <a:gd name="connsiteX2" fmla="*/ 1080246 w 2160492"/>
              <a:gd name="connsiteY2" fmla="*/ 2160492 h 2160492"/>
              <a:gd name="connsiteX3" fmla="*/ 0 w 2160492"/>
              <a:gd name="connsiteY3" fmla="*/ 1080246 h 2160492"/>
              <a:gd name="connsiteX4" fmla="*/ 1080246 w 2160492"/>
              <a:gd name="connsiteY4" fmla="*/ 0 h 216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492" h="2160492">
                <a:moveTo>
                  <a:pt x="1080246" y="0"/>
                </a:moveTo>
                <a:cubicBezTo>
                  <a:pt x="1676849" y="0"/>
                  <a:pt x="2160492" y="483643"/>
                  <a:pt x="2160492" y="1080246"/>
                </a:cubicBezTo>
                <a:cubicBezTo>
                  <a:pt x="2160492" y="1676849"/>
                  <a:pt x="1676849" y="2160492"/>
                  <a:pt x="1080246" y="2160492"/>
                </a:cubicBezTo>
                <a:cubicBezTo>
                  <a:pt x="483643" y="2160492"/>
                  <a:pt x="0" y="1676849"/>
                  <a:pt x="0" y="1080246"/>
                </a:cubicBezTo>
                <a:cubicBezTo>
                  <a:pt x="0" y="483643"/>
                  <a:pt x="483643" y="0"/>
                  <a:pt x="1080246" y="0"/>
                </a:cubicBezTo>
                <a:close/>
              </a:path>
            </a:pathLst>
          </a:custGeom>
        </p:spPr>
      </p:pic>
      <p:pic>
        <p:nvPicPr>
          <p:cNvPr id="27" name="Afbeelding 26">
            <a:extLst>
              <a:ext uri="{FF2B5EF4-FFF2-40B4-BE49-F238E27FC236}">
                <a16:creationId xmlns:a16="http://schemas.microsoft.com/office/drawing/2014/main" id="{C665D847-8DC9-3D47-8C90-954924123A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76" t="9665" r="4833" b="744"/>
          <a:stretch>
            <a:fillRect/>
          </a:stretch>
        </p:blipFill>
        <p:spPr>
          <a:xfrm>
            <a:off x="841926" y="4299060"/>
            <a:ext cx="1633988" cy="1633988"/>
          </a:xfrm>
          <a:custGeom>
            <a:avLst/>
            <a:gdLst>
              <a:gd name="connsiteX0" fmla="*/ 1080246 w 2160492"/>
              <a:gd name="connsiteY0" fmla="*/ 0 h 2160492"/>
              <a:gd name="connsiteX1" fmla="*/ 2160492 w 2160492"/>
              <a:gd name="connsiteY1" fmla="*/ 1080246 h 2160492"/>
              <a:gd name="connsiteX2" fmla="*/ 1080246 w 2160492"/>
              <a:gd name="connsiteY2" fmla="*/ 2160492 h 2160492"/>
              <a:gd name="connsiteX3" fmla="*/ 0 w 2160492"/>
              <a:gd name="connsiteY3" fmla="*/ 1080246 h 2160492"/>
              <a:gd name="connsiteX4" fmla="*/ 1080246 w 2160492"/>
              <a:gd name="connsiteY4" fmla="*/ 0 h 216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492" h="2160492">
                <a:moveTo>
                  <a:pt x="1080246" y="0"/>
                </a:moveTo>
                <a:cubicBezTo>
                  <a:pt x="1676849" y="0"/>
                  <a:pt x="2160492" y="483643"/>
                  <a:pt x="2160492" y="1080246"/>
                </a:cubicBezTo>
                <a:cubicBezTo>
                  <a:pt x="2160492" y="1676849"/>
                  <a:pt x="1676849" y="2160492"/>
                  <a:pt x="1080246" y="2160492"/>
                </a:cubicBezTo>
                <a:cubicBezTo>
                  <a:pt x="483643" y="2160492"/>
                  <a:pt x="0" y="1676849"/>
                  <a:pt x="0" y="1080246"/>
                </a:cubicBezTo>
                <a:cubicBezTo>
                  <a:pt x="0" y="483643"/>
                  <a:pt x="483643" y="0"/>
                  <a:pt x="108024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79251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28EB7D-6020-624C-B761-F76A6F43B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Op deze slide passen 4 thema’s</a:t>
            </a:r>
          </a:p>
        </p:txBody>
      </p:sp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3DBD77A4-7573-204D-B623-7430415151EB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nl-NL" dirty="0"/>
              <a:t>Interactie met collega’s</a:t>
            </a:r>
          </a:p>
        </p:txBody>
      </p:sp>
      <p:sp>
        <p:nvSpPr>
          <p:cNvPr id="9" name="Tijdelijke aanduiding voor inhoud 8">
            <a:extLst>
              <a:ext uri="{FF2B5EF4-FFF2-40B4-BE49-F238E27FC236}">
                <a16:creationId xmlns:a16="http://schemas.microsoft.com/office/drawing/2014/main" id="{5B3EAA81-03C2-9E44-AB0B-ED4EA0026FC4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nl-NL" dirty="0"/>
              <a:t>Kennis en informatie vinden</a:t>
            </a:r>
          </a:p>
        </p:txBody>
      </p:sp>
      <p:sp>
        <p:nvSpPr>
          <p:cNvPr id="10" name="Tijdelijke aanduiding voor inhoud 9">
            <a:extLst>
              <a:ext uri="{FF2B5EF4-FFF2-40B4-BE49-F238E27FC236}">
                <a16:creationId xmlns:a16="http://schemas.microsoft.com/office/drawing/2014/main" id="{3589A2A3-61AF-7F4B-A5B6-C5CDCC37B740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nl-NL" dirty="0"/>
              <a:t>Nieuws en weetjes</a:t>
            </a:r>
          </a:p>
        </p:txBody>
      </p:sp>
      <p:sp>
        <p:nvSpPr>
          <p:cNvPr id="11" name="Tijdelijke aanduiding voor inhoud 10">
            <a:extLst>
              <a:ext uri="{FF2B5EF4-FFF2-40B4-BE49-F238E27FC236}">
                <a16:creationId xmlns:a16="http://schemas.microsoft.com/office/drawing/2014/main" id="{3B75AB13-F3C3-1F42-9802-1837DA18AD09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rPr lang="nl-NL" dirty="0"/>
              <a:t>Regelen, kennis delen en toevoegen</a:t>
            </a:r>
          </a:p>
        </p:txBody>
      </p:sp>
      <p:pic>
        <p:nvPicPr>
          <p:cNvPr id="17" name="Afbeelding 16">
            <a:extLst>
              <a:ext uri="{FF2B5EF4-FFF2-40B4-BE49-F238E27FC236}">
                <a16:creationId xmlns:a16="http://schemas.microsoft.com/office/drawing/2014/main" id="{C15882AB-FE0E-CC4E-A826-21678F340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578" y="1143922"/>
            <a:ext cx="755998" cy="755998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9A17BBD5-C1B9-494C-ADA0-EBEBB2495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003" y="1213659"/>
            <a:ext cx="698614" cy="698614"/>
          </a:xfrm>
          <a:prstGeom prst="rect">
            <a:avLst/>
          </a:prstGeom>
        </p:spPr>
      </p:pic>
      <p:pic>
        <p:nvPicPr>
          <p:cNvPr id="25" name="Afbeelding 24">
            <a:extLst>
              <a:ext uri="{FF2B5EF4-FFF2-40B4-BE49-F238E27FC236}">
                <a16:creationId xmlns:a16="http://schemas.microsoft.com/office/drawing/2014/main" id="{C5739D74-301C-0A44-9116-01E45E9A09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850" y="5170516"/>
            <a:ext cx="745748" cy="654165"/>
          </a:xfrm>
          <a:prstGeom prst="rect">
            <a:avLst/>
          </a:prstGeom>
        </p:spPr>
      </p:pic>
      <p:pic>
        <p:nvPicPr>
          <p:cNvPr id="27" name="Afbeelding 26">
            <a:extLst>
              <a:ext uri="{FF2B5EF4-FFF2-40B4-BE49-F238E27FC236}">
                <a16:creationId xmlns:a16="http://schemas.microsoft.com/office/drawing/2014/main" id="{FBA921C6-DD38-F64F-9E8E-F1307686B4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3679" y="5156249"/>
            <a:ext cx="841201" cy="682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503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4E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F8036D-CDC4-FE4D-97C8-A959CF16E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9445" y="2892194"/>
            <a:ext cx="4239660" cy="1325563"/>
          </a:xfrm>
        </p:spPr>
        <p:txBody>
          <a:bodyPr>
            <a:normAutofit fontScale="90000"/>
          </a:bodyPr>
          <a:lstStyle/>
          <a:p>
            <a:r>
              <a:rPr lang="nl-NL" dirty="0"/>
              <a:t>Hier is ruimte voor 4 thema’s en een korte toelichting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AAF576F-2C85-864B-9197-385BE918281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90742" y="888684"/>
            <a:ext cx="3322675" cy="1339127"/>
          </a:xfrm>
        </p:spPr>
        <p:txBody>
          <a:bodyPr/>
          <a:lstStyle/>
          <a:p>
            <a:r>
              <a:rPr lang="nl-NL" dirty="0"/>
              <a:t>Kennisuitwisseling voor reflectie en nieuwe oplossingen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7C4CA73-3A19-4746-A867-5BF92D70558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739448" y="888684"/>
            <a:ext cx="3322675" cy="1339127"/>
          </a:xfrm>
        </p:spPr>
        <p:txBody>
          <a:bodyPr/>
          <a:lstStyle/>
          <a:p>
            <a:r>
              <a:rPr lang="nl-NL" dirty="0"/>
              <a:t>Kwaliteit en vaardigheid vergroten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71D34C89-0320-D74F-B488-1F06AD2959DD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190742" y="4820608"/>
            <a:ext cx="3322675" cy="1330810"/>
          </a:xfrm>
        </p:spPr>
        <p:txBody>
          <a:bodyPr/>
          <a:lstStyle/>
          <a:p>
            <a:r>
              <a:rPr lang="nl-NL" dirty="0"/>
              <a:t>Betrokken en beter geïnformeerd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137F03C6-892D-FE48-8F14-0ED1C97FD14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8739448" y="4820609"/>
            <a:ext cx="3322675" cy="1330810"/>
          </a:xfrm>
        </p:spPr>
        <p:txBody>
          <a:bodyPr/>
          <a:lstStyle/>
          <a:p>
            <a:r>
              <a:rPr lang="nl-NL" dirty="0"/>
              <a:t>Matchmaker tussen ondersteunende diensten en collega’s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AA43B299-52ED-5F4F-90B2-F5C17DE9C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578" y="1143922"/>
            <a:ext cx="755998" cy="755998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5F9FAB29-E687-F645-B94A-9D8B93DAE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8377" y="1230284"/>
            <a:ext cx="698614" cy="698614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DCFA9552-884B-D146-8499-41321AAB7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850" y="5170516"/>
            <a:ext cx="745748" cy="654165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35C69CDA-55CA-D349-BDAA-69C6DF3A3B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3679" y="5156249"/>
            <a:ext cx="841201" cy="682055"/>
          </a:xfrm>
          <a:prstGeom prst="rect">
            <a:avLst/>
          </a:prstGeom>
        </p:spPr>
      </p:pic>
      <p:sp>
        <p:nvSpPr>
          <p:cNvPr id="19" name="Tijdelijke aanduiding voor inhoud 7">
            <a:extLst>
              <a:ext uri="{FF2B5EF4-FFF2-40B4-BE49-F238E27FC236}">
                <a16:creationId xmlns:a16="http://schemas.microsoft.com/office/drawing/2014/main" id="{FFCC7CC3-1210-FD4B-8F43-7903124B8268}"/>
              </a:ext>
            </a:extLst>
          </p:cNvPr>
          <p:cNvSpPr txBox="1">
            <a:spLocks/>
          </p:cNvSpPr>
          <p:nvPr/>
        </p:nvSpPr>
        <p:spPr>
          <a:xfrm>
            <a:off x="190742" y="182880"/>
            <a:ext cx="3322675" cy="133912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600" dirty="0"/>
              <a:t>Interactie met collega’s</a:t>
            </a:r>
          </a:p>
        </p:txBody>
      </p:sp>
      <p:sp>
        <p:nvSpPr>
          <p:cNvPr id="20" name="Tijdelijke aanduiding voor inhoud 8">
            <a:extLst>
              <a:ext uri="{FF2B5EF4-FFF2-40B4-BE49-F238E27FC236}">
                <a16:creationId xmlns:a16="http://schemas.microsoft.com/office/drawing/2014/main" id="{CF98CF72-D2C1-694E-898F-12AAAFD2BCC2}"/>
              </a:ext>
            </a:extLst>
          </p:cNvPr>
          <p:cNvSpPr txBox="1">
            <a:spLocks/>
          </p:cNvSpPr>
          <p:nvPr/>
        </p:nvSpPr>
        <p:spPr>
          <a:xfrm>
            <a:off x="8739448" y="365760"/>
            <a:ext cx="3322675" cy="133912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600" dirty="0"/>
              <a:t>Kennis en informatie vinden</a:t>
            </a:r>
          </a:p>
        </p:txBody>
      </p:sp>
      <p:sp>
        <p:nvSpPr>
          <p:cNvPr id="21" name="Tijdelijke aanduiding voor inhoud 9">
            <a:extLst>
              <a:ext uri="{FF2B5EF4-FFF2-40B4-BE49-F238E27FC236}">
                <a16:creationId xmlns:a16="http://schemas.microsoft.com/office/drawing/2014/main" id="{97080A33-4F79-BD45-BA47-F84E6C50568C}"/>
              </a:ext>
            </a:extLst>
          </p:cNvPr>
          <p:cNvSpPr txBox="1">
            <a:spLocks/>
          </p:cNvSpPr>
          <p:nvPr/>
        </p:nvSpPr>
        <p:spPr>
          <a:xfrm>
            <a:off x="190742" y="4274741"/>
            <a:ext cx="3322675" cy="133081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600" dirty="0"/>
              <a:t>Nieuws en weetjes</a:t>
            </a:r>
          </a:p>
        </p:txBody>
      </p:sp>
      <p:sp>
        <p:nvSpPr>
          <p:cNvPr id="22" name="Tijdelijke aanduiding voor inhoud 10">
            <a:extLst>
              <a:ext uri="{FF2B5EF4-FFF2-40B4-BE49-F238E27FC236}">
                <a16:creationId xmlns:a16="http://schemas.microsoft.com/office/drawing/2014/main" id="{BB9D64F8-582E-5342-95A2-543561344B69}"/>
              </a:ext>
            </a:extLst>
          </p:cNvPr>
          <p:cNvSpPr txBox="1">
            <a:spLocks/>
          </p:cNvSpPr>
          <p:nvPr/>
        </p:nvSpPr>
        <p:spPr>
          <a:xfrm>
            <a:off x="8739448" y="4108486"/>
            <a:ext cx="3322675" cy="133081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600" dirty="0"/>
              <a:t>Regelen, kennis delen en toevoegen</a:t>
            </a:r>
          </a:p>
        </p:txBody>
      </p:sp>
    </p:spTree>
    <p:extLst>
      <p:ext uri="{BB962C8B-B14F-4D97-AF65-F5344CB8AC3E}">
        <p14:creationId xmlns:p14="http://schemas.microsoft.com/office/powerpoint/2010/main" val="879916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A641EDA1-CC9F-1F4B-A9B5-10369F88A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Hier is ruimte voor 6 thema’s</a:t>
            </a:r>
          </a:p>
        </p:txBody>
      </p:sp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E0846A0B-CE3F-7146-9C5A-C3D164C6F20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nl-NL" dirty="0"/>
              <a:t>Thema 1</a:t>
            </a:r>
          </a:p>
        </p:txBody>
      </p:sp>
      <p:sp>
        <p:nvSpPr>
          <p:cNvPr id="9" name="Tijdelijke aanduiding voor inhoud 8">
            <a:extLst>
              <a:ext uri="{FF2B5EF4-FFF2-40B4-BE49-F238E27FC236}">
                <a16:creationId xmlns:a16="http://schemas.microsoft.com/office/drawing/2014/main" id="{C46DF477-B14E-FD4B-BBFB-12FE0CE9F627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nl-NL" dirty="0"/>
              <a:t>Thema 2</a:t>
            </a:r>
          </a:p>
        </p:txBody>
      </p:sp>
      <p:sp>
        <p:nvSpPr>
          <p:cNvPr id="10" name="Tijdelijke aanduiding voor inhoud 9">
            <a:extLst>
              <a:ext uri="{FF2B5EF4-FFF2-40B4-BE49-F238E27FC236}">
                <a16:creationId xmlns:a16="http://schemas.microsoft.com/office/drawing/2014/main" id="{135074A6-451E-0841-BCE3-A42545EA5FA8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nl-NL" dirty="0"/>
              <a:t>Thema 5</a:t>
            </a:r>
          </a:p>
        </p:txBody>
      </p:sp>
      <p:sp>
        <p:nvSpPr>
          <p:cNvPr id="11" name="Tijdelijke aanduiding voor inhoud 10">
            <a:extLst>
              <a:ext uri="{FF2B5EF4-FFF2-40B4-BE49-F238E27FC236}">
                <a16:creationId xmlns:a16="http://schemas.microsoft.com/office/drawing/2014/main" id="{D335F4A9-F22C-3C4E-BF23-0FC54024E582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rPr lang="nl-NL" dirty="0"/>
              <a:t>Thema 4</a:t>
            </a:r>
          </a:p>
        </p:txBody>
      </p:sp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F9729C20-12E7-C54B-A2F9-34261C22F0D1}"/>
              </a:ext>
            </a:extLst>
          </p:cNvPr>
          <p:cNvSpPr>
            <a:spLocks noGrp="1"/>
          </p:cNvSpPr>
          <p:nvPr>
            <p:ph idx="18"/>
          </p:nvPr>
        </p:nvSpPr>
        <p:spPr/>
        <p:txBody>
          <a:bodyPr/>
          <a:lstStyle/>
          <a:p>
            <a:r>
              <a:rPr lang="nl-NL" dirty="0"/>
              <a:t>Thema 6</a:t>
            </a:r>
          </a:p>
        </p:txBody>
      </p:sp>
      <p:sp>
        <p:nvSpPr>
          <p:cNvPr id="13" name="Tijdelijke aanduiding voor inhoud 12">
            <a:extLst>
              <a:ext uri="{FF2B5EF4-FFF2-40B4-BE49-F238E27FC236}">
                <a16:creationId xmlns:a16="http://schemas.microsoft.com/office/drawing/2014/main" id="{5B730C65-DAE8-0F4A-8C08-4ECAA572A241}"/>
              </a:ext>
            </a:extLst>
          </p:cNvPr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r>
              <a:rPr lang="nl-NL" dirty="0"/>
              <a:t>Thema 3</a:t>
            </a:r>
          </a:p>
        </p:txBody>
      </p:sp>
      <p:pic>
        <p:nvPicPr>
          <p:cNvPr id="14" name="Afbeelding 13">
            <a:extLst>
              <a:ext uri="{FF2B5EF4-FFF2-40B4-BE49-F238E27FC236}">
                <a16:creationId xmlns:a16="http://schemas.microsoft.com/office/drawing/2014/main" id="{D3DE18B5-2142-2E4E-BF56-3AD37EF5D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8204" y="1047404"/>
            <a:ext cx="698614" cy="698614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087AD8CD-2321-4249-A5D0-E9B7FC78C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466" y="1073195"/>
            <a:ext cx="698614" cy="698614"/>
          </a:xfrm>
          <a:prstGeom prst="rect">
            <a:avLst/>
          </a:prstGeom>
        </p:spPr>
      </p:pic>
      <p:pic>
        <p:nvPicPr>
          <p:cNvPr id="16" name="Afbeelding 15">
            <a:extLst>
              <a:ext uri="{FF2B5EF4-FFF2-40B4-BE49-F238E27FC236}">
                <a16:creationId xmlns:a16="http://schemas.microsoft.com/office/drawing/2014/main" id="{F3F4769F-2318-714B-ADDF-256644663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6875" y="3079693"/>
            <a:ext cx="698614" cy="698614"/>
          </a:xfrm>
          <a:prstGeom prst="rect">
            <a:avLst/>
          </a:prstGeom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0FD65C9C-0F8B-194E-A9FF-56F757044F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2845" y="5215637"/>
            <a:ext cx="698614" cy="698614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18D69C0C-4550-7D48-B7FA-826D07883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7441" y="5215638"/>
            <a:ext cx="698614" cy="698614"/>
          </a:xfrm>
          <a:prstGeom prst="rect">
            <a:avLst/>
          </a:prstGeom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438BFE68-85EF-0B48-88CD-6D2038496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1885" y="3079693"/>
            <a:ext cx="698614" cy="698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4379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el 41">
            <a:extLst>
              <a:ext uri="{FF2B5EF4-FFF2-40B4-BE49-F238E27FC236}">
                <a16:creationId xmlns:a16="http://schemas.microsoft.com/office/drawing/2014/main" id="{7C0C9EA2-00AD-1045-8D93-369EF615E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500" y="365125"/>
            <a:ext cx="3873500" cy="1316919"/>
          </a:xfrm>
        </p:spPr>
        <p:txBody>
          <a:bodyPr>
            <a:normAutofit/>
          </a:bodyPr>
          <a:lstStyle/>
          <a:p>
            <a:r>
              <a:rPr lang="nl-NL" dirty="0"/>
              <a:t>Implementatietips</a:t>
            </a:r>
          </a:p>
        </p:txBody>
      </p:sp>
      <p:sp>
        <p:nvSpPr>
          <p:cNvPr id="2" name="Ondertitel 1">
            <a:extLst>
              <a:ext uri="{FF2B5EF4-FFF2-40B4-BE49-F238E27FC236}">
                <a16:creationId xmlns:a16="http://schemas.microsoft.com/office/drawing/2014/main" id="{8C54FBEE-FD7C-964E-A0BF-445438BF37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0434" y="1722431"/>
            <a:ext cx="3182944" cy="1655762"/>
          </a:xfrm>
        </p:spPr>
        <p:txBody>
          <a:bodyPr/>
          <a:lstStyle/>
          <a:p>
            <a:r>
              <a:rPr lang="nl-NL" dirty="0"/>
              <a:t>Zorgen voor succes en snelle adoptie</a:t>
            </a:r>
          </a:p>
        </p:txBody>
      </p:sp>
      <p:sp>
        <p:nvSpPr>
          <p:cNvPr id="13" name="Ovaal 12">
            <a:extLst>
              <a:ext uri="{FF2B5EF4-FFF2-40B4-BE49-F238E27FC236}">
                <a16:creationId xmlns:a16="http://schemas.microsoft.com/office/drawing/2014/main" id="{0E68D22A-FC24-6D40-8564-95D7422D74D6}"/>
              </a:ext>
            </a:extLst>
          </p:cNvPr>
          <p:cNvSpPr/>
          <p:nvPr/>
        </p:nvSpPr>
        <p:spPr>
          <a:xfrm>
            <a:off x="9626998" y="4615989"/>
            <a:ext cx="2201412" cy="2148596"/>
          </a:xfrm>
          <a:prstGeom prst="ellipse">
            <a:avLst/>
          </a:prstGeom>
          <a:solidFill>
            <a:srgbClr val="15A8B8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nl-NL" sz="1600" dirty="0">
                <a:solidFill>
                  <a:schemeClr val="bg1"/>
                </a:solidFill>
                <a:latin typeface="Chrono Medium" panose="020B0304000000010002" pitchFamily="34" charset="0"/>
              </a:rPr>
              <a:t>Thema Y</a:t>
            </a:r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AB7A7039-A93C-9943-82A6-CE8417E34F9C}"/>
              </a:ext>
            </a:extLst>
          </p:cNvPr>
          <p:cNvSpPr/>
          <p:nvPr/>
        </p:nvSpPr>
        <p:spPr>
          <a:xfrm>
            <a:off x="4890353" y="95045"/>
            <a:ext cx="2201412" cy="2148596"/>
          </a:xfrm>
          <a:prstGeom prst="ellipse">
            <a:avLst/>
          </a:prstGeom>
          <a:solidFill>
            <a:srgbClr val="15A8B8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nl-NL" sz="1600" dirty="0">
                <a:solidFill>
                  <a:schemeClr val="bg1"/>
                </a:solidFill>
                <a:latin typeface="Chrono Medium" panose="020B0304000000010002" pitchFamily="34" charset="0"/>
              </a:rPr>
              <a:t>Ambassadeurs</a:t>
            </a:r>
          </a:p>
        </p:txBody>
      </p:sp>
      <p:sp>
        <p:nvSpPr>
          <p:cNvPr id="15" name="Ovaal 14">
            <a:extLst>
              <a:ext uri="{FF2B5EF4-FFF2-40B4-BE49-F238E27FC236}">
                <a16:creationId xmlns:a16="http://schemas.microsoft.com/office/drawing/2014/main" id="{821F6CF1-C069-CC48-9CDE-E791533AF8EF}"/>
              </a:ext>
            </a:extLst>
          </p:cNvPr>
          <p:cNvSpPr/>
          <p:nvPr/>
        </p:nvSpPr>
        <p:spPr>
          <a:xfrm>
            <a:off x="7258675" y="95045"/>
            <a:ext cx="2201412" cy="2148596"/>
          </a:xfrm>
          <a:prstGeom prst="ellipse">
            <a:avLst/>
          </a:prstGeom>
          <a:solidFill>
            <a:srgbClr val="15A8B8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nl-NL" sz="1600" dirty="0">
                <a:solidFill>
                  <a:schemeClr val="bg1"/>
                </a:solidFill>
                <a:latin typeface="Chrono Medium" panose="020B0304000000010002" pitchFamily="34" charset="0"/>
              </a:rPr>
              <a:t>Testteam</a:t>
            </a:r>
          </a:p>
        </p:txBody>
      </p:sp>
      <p:sp>
        <p:nvSpPr>
          <p:cNvPr id="16" name="Ovaal 15">
            <a:extLst>
              <a:ext uri="{FF2B5EF4-FFF2-40B4-BE49-F238E27FC236}">
                <a16:creationId xmlns:a16="http://schemas.microsoft.com/office/drawing/2014/main" id="{ABDC258B-E392-2E4D-8FB0-D8CFDAA56345}"/>
              </a:ext>
            </a:extLst>
          </p:cNvPr>
          <p:cNvSpPr/>
          <p:nvPr/>
        </p:nvSpPr>
        <p:spPr>
          <a:xfrm>
            <a:off x="9626998" y="95045"/>
            <a:ext cx="2201412" cy="2148596"/>
          </a:xfrm>
          <a:prstGeom prst="ellipse">
            <a:avLst/>
          </a:prstGeom>
          <a:solidFill>
            <a:srgbClr val="15A8B8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nl-NL" sz="1600" dirty="0">
                <a:solidFill>
                  <a:schemeClr val="bg1"/>
                </a:solidFill>
                <a:latin typeface="Chrono Medium" panose="020B0304000000010002" pitchFamily="34" charset="0"/>
              </a:rPr>
              <a:t>Training</a:t>
            </a:r>
          </a:p>
        </p:txBody>
      </p:sp>
      <p:sp>
        <p:nvSpPr>
          <p:cNvPr id="17" name="Ovaal 16">
            <a:extLst>
              <a:ext uri="{FF2B5EF4-FFF2-40B4-BE49-F238E27FC236}">
                <a16:creationId xmlns:a16="http://schemas.microsoft.com/office/drawing/2014/main" id="{82041F79-8508-4D42-BCC1-D411AE80FE1D}"/>
              </a:ext>
            </a:extLst>
          </p:cNvPr>
          <p:cNvSpPr/>
          <p:nvPr/>
        </p:nvSpPr>
        <p:spPr>
          <a:xfrm>
            <a:off x="7258675" y="4615989"/>
            <a:ext cx="2201412" cy="2148596"/>
          </a:xfrm>
          <a:prstGeom prst="ellipse">
            <a:avLst/>
          </a:prstGeom>
          <a:solidFill>
            <a:srgbClr val="15A8B8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nl-NL" sz="1600" dirty="0">
                <a:solidFill>
                  <a:schemeClr val="bg1"/>
                </a:solidFill>
                <a:latin typeface="Chrono Medium" panose="020B0304000000010002" pitchFamily="34" charset="0"/>
              </a:rPr>
              <a:t>Thema X</a:t>
            </a:r>
          </a:p>
        </p:txBody>
      </p:sp>
      <p:sp>
        <p:nvSpPr>
          <p:cNvPr id="18" name="Ovaal 17">
            <a:extLst>
              <a:ext uri="{FF2B5EF4-FFF2-40B4-BE49-F238E27FC236}">
                <a16:creationId xmlns:a16="http://schemas.microsoft.com/office/drawing/2014/main" id="{6BD7637F-FBAA-5949-A721-737CD96DC8FF}"/>
              </a:ext>
            </a:extLst>
          </p:cNvPr>
          <p:cNvSpPr/>
          <p:nvPr/>
        </p:nvSpPr>
        <p:spPr>
          <a:xfrm>
            <a:off x="4890353" y="2355517"/>
            <a:ext cx="2201412" cy="2148596"/>
          </a:xfrm>
          <a:prstGeom prst="ellipse">
            <a:avLst/>
          </a:prstGeom>
          <a:solidFill>
            <a:srgbClr val="15A8B8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nl-NL" sz="1600" dirty="0">
                <a:solidFill>
                  <a:schemeClr val="bg1"/>
                </a:solidFill>
                <a:latin typeface="Chrono Medium" panose="020B0304000000010002" pitchFamily="34" charset="0"/>
              </a:rPr>
              <a:t>Marketing livegang</a:t>
            </a:r>
          </a:p>
        </p:txBody>
      </p:sp>
      <p:sp>
        <p:nvSpPr>
          <p:cNvPr id="19" name="Ovaal 18">
            <a:extLst>
              <a:ext uri="{FF2B5EF4-FFF2-40B4-BE49-F238E27FC236}">
                <a16:creationId xmlns:a16="http://schemas.microsoft.com/office/drawing/2014/main" id="{BBBB1843-DD7B-034E-B644-5EC130AF41C5}"/>
              </a:ext>
            </a:extLst>
          </p:cNvPr>
          <p:cNvSpPr/>
          <p:nvPr/>
        </p:nvSpPr>
        <p:spPr>
          <a:xfrm>
            <a:off x="7258675" y="2355517"/>
            <a:ext cx="2201412" cy="2148596"/>
          </a:xfrm>
          <a:prstGeom prst="ellipse">
            <a:avLst/>
          </a:prstGeom>
          <a:solidFill>
            <a:srgbClr val="15A8B8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nl-NL" sz="1600" dirty="0">
                <a:solidFill>
                  <a:schemeClr val="bg1"/>
                </a:solidFill>
                <a:latin typeface="Chrono Medium" panose="020B0304000000010002" pitchFamily="34" charset="0"/>
              </a:rPr>
              <a:t>Rondleiding &amp; handleiding</a:t>
            </a:r>
          </a:p>
        </p:txBody>
      </p:sp>
      <p:sp>
        <p:nvSpPr>
          <p:cNvPr id="20" name="Ovaal 19">
            <a:extLst>
              <a:ext uri="{FF2B5EF4-FFF2-40B4-BE49-F238E27FC236}">
                <a16:creationId xmlns:a16="http://schemas.microsoft.com/office/drawing/2014/main" id="{547F1B05-BF76-D34F-B283-F83E41A791D8}"/>
              </a:ext>
            </a:extLst>
          </p:cNvPr>
          <p:cNvSpPr/>
          <p:nvPr/>
        </p:nvSpPr>
        <p:spPr>
          <a:xfrm>
            <a:off x="9626998" y="2355517"/>
            <a:ext cx="2201412" cy="2148596"/>
          </a:xfrm>
          <a:prstGeom prst="ellipse">
            <a:avLst/>
          </a:prstGeom>
          <a:solidFill>
            <a:srgbClr val="15A8B8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nl-NL" sz="1600" dirty="0">
                <a:solidFill>
                  <a:schemeClr val="bg1"/>
                </a:solidFill>
                <a:latin typeface="Chrono Medium" panose="020B0304000000010002" pitchFamily="34" charset="0"/>
              </a:rPr>
              <a:t>Rol managers en directie</a:t>
            </a:r>
          </a:p>
        </p:txBody>
      </p:sp>
      <p:sp>
        <p:nvSpPr>
          <p:cNvPr id="21" name="Ovaal 20">
            <a:extLst>
              <a:ext uri="{FF2B5EF4-FFF2-40B4-BE49-F238E27FC236}">
                <a16:creationId xmlns:a16="http://schemas.microsoft.com/office/drawing/2014/main" id="{A697E9B9-DB2D-FE4E-920B-E7B47A89F7BD}"/>
              </a:ext>
            </a:extLst>
          </p:cNvPr>
          <p:cNvSpPr/>
          <p:nvPr/>
        </p:nvSpPr>
        <p:spPr>
          <a:xfrm>
            <a:off x="4890353" y="4615989"/>
            <a:ext cx="2201412" cy="2148596"/>
          </a:xfrm>
          <a:prstGeom prst="ellipse">
            <a:avLst/>
          </a:prstGeom>
          <a:solidFill>
            <a:srgbClr val="15A8B8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nl-NL" sz="1600" dirty="0">
                <a:solidFill>
                  <a:schemeClr val="bg1"/>
                </a:solidFill>
                <a:latin typeface="Chrono Medium" panose="020B0304000000010002" pitchFamily="34" charset="0"/>
              </a:rPr>
              <a:t>Rol P&amp;O en Communicatie</a:t>
            </a:r>
          </a:p>
        </p:txBody>
      </p:sp>
    </p:spTree>
    <p:extLst>
      <p:ext uri="{BB962C8B-B14F-4D97-AF65-F5344CB8AC3E}">
        <p14:creationId xmlns:p14="http://schemas.microsoft.com/office/powerpoint/2010/main" val="1414959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5D67426D-3A59-EE4C-ADF1-55087E3FC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111" y="2611614"/>
            <a:ext cx="3984978" cy="1316919"/>
          </a:xfrm>
        </p:spPr>
        <p:txBody>
          <a:bodyPr anchor="b"/>
          <a:lstStyle/>
          <a:p>
            <a:r>
              <a:rPr lang="nl-NL" dirty="0"/>
              <a:t>Implementatie tips</a:t>
            </a:r>
          </a:p>
        </p:txBody>
      </p:sp>
      <p:sp>
        <p:nvSpPr>
          <p:cNvPr id="7" name="Ondertitel 6">
            <a:extLst>
              <a:ext uri="{FF2B5EF4-FFF2-40B4-BE49-F238E27FC236}">
                <a16:creationId xmlns:a16="http://schemas.microsoft.com/office/drawing/2014/main" id="{8676AB86-CB02-9941-B525-25F2157E02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5111" y="3968920"/>
            <a:ext cx="3182944" cy="1655762"/>
          </a:xfrm>
        </p:spPr>
        <p:txBody>
          <a:bodyPr/>
          <a:lstStyle/>
          <a:p>
            <a:r>
              <a:rPr lang="nl-NL" dirty="0"/>
              <a:t>Zorgen voor succes</a:t>
            </a:r>
          </a:p>
        </p:txBody>
      </p:sp>
      <p:sp>
        <p:nvSpPr>
          <p:cNvPr id="8" name="Ovaal 7">
            <a:extLst>
              <a:ext uri="{FF2B5EF4-FFF2-40B4-BE49-F238E27FC236}">
                <a16:creationId xmlns:a16="http://schemas.microsoft.com/office/drawing/2014/main" id="{C7914A7D-49AC-0F4D-8882-66A44BA5995E}"/>
              </a:ext>
            </a:extLst>
          </p:cNvPr>
          <p:cNvSpPr/>
          <p:nvPr/>
        </p:nvSpPr>
        <p:spPr>
          <a:xfrm>
            <a:off x="9751177" y="4664248"/>
            <a:ext cx="2201412" cy="2148596"/>
          </a:xfrm>
          <a:prstGeom prst="ellipse">
            <a:avLst/>
          </a:prstGeom>
          <a:solidFill>
            <a:srgbClr val="15A8B8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nl-NL" sz="1600" dirty="0">
                <a:solidFill>
                  <a:schemeClr val="bg1"/>
                </a:solidFill>
                <a:latin typeface="Chrono Medium" panose="020B0304000000010002" pitchFamily="34" charset="0"/>
              </a:rPr>
              <a:t>Thema Y</a:t>
            </a:r>
          </a:p>
        </p:txBody>
      </p:sp>
      <p:sp>
        <p:nvSpPr>
          <p:cNvPr id="9" name="Ovaal 8">
            <a:extLst>
              <a:ext uri="{FF2B5EF4-FFF2-40B4-BE49-F238E27FC236}">
                <a16:creationId xmlns:a16="http://schemas.microsoft.com/office/drawing/2014/main" id="{C39FE26E-D09F-9145-B82A-9AF3AFC1E596}"/>
              </a:ext>
            </a:extLst>
          </p:cNvPr>
          <p:cNvSpPr/>
          <p:nvPr/>
        </p:nvSpPr>
        <p:spPr>
          <a:xfrm>
            <a:off x="2697352" y="33867"/>
            <a:ext cx="2201412" cy="2148596"/>
          </a:xfrm>
          <a:prstGeom prst="ellipse">
            <a:avLst/>
          </a:prstGeom>
          <a:solidFill>
            <a:srgbClr val="15A8B8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nl-NL" sz="1600" dirty="0">
                <a:solidFill>
                  <a:schemeClr val="bg1"/>
                </a:solidFill>
                <a:latin typeface="Chrono Medium" panose="020B0304000000010002" pitchFamily="34" charset="0"/>
              </a:rPr>
              <a:t>Ambassadeurs</a:t>
            </a:r>
          </a:p>
        </p:txBody>
      </p:sp>
      <p:sp>
        <p:nvSpPr>
          <p:cNvPr id="10" name="Ovaal 9">
            <a:extLst>
              <a:ext uri="{FF2B5EF4-FFF2-40B4-BE49-F238E27FC236}">
                <a16:creationId xmlns:a16="http://schemas.microsoft.com/office/drawing/2014/main" id="{8045D2BD-D5A1-A040-9384-F94B26A7AF8D}"/>
              </a:ext>
            </a:extLst>
          </p:cNvPr>
          <p:cNvSpPr/>
          <p:nvPr/>
        </p:nvSpPr>
        <p:spPr>
          <a:xfrm>
            <a:off x="5065674" y="33867"/>
            <a:ext cx="2201412" cy="2148596"/>
          </a:xfrm>
          <a:prstGeom prst="ellipse">
            <a:avLst/>
          </a:prstGeom>
          <a:solidFill>
            <a:srgbClr val="15A8B8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nl-NL" sz="1600" dirty="0">
                <a:solidFill>
                  <a:schemeClr val="bg1"/>
                </a:solidFill>
                <a:latin typeface="Chrono Medium" panose="020B0304000000010002" pitchFamily="34" charset="0"/>
              </a:rPr>
              <a:t>Testteam</a:t>
            </a:r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9E24404A-1B13-D142-88AC-0335CA649BA5}"/>
              </a:ext>
            </a:extLst>
          </p:cNvPr>
          <p:cNvSpPr/>
          <p:nvPr/>
        </p:nvSpPr>
        <p:spPr>
          <a:xfrm>
            <a:off x="7433997" y="33867"/>
            <a:ext cx="2201412" cy="2148596"/>
          </a:xfrm>
          <a:prstGeom prst="ellipse">
            <a:avLst/>
          </a:prstGeom>
          <a:solidFill>
            <a:srgbClr val="15A8B8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nl-NL" sz="1600" dirty="0">
                <a:solidFill>
                  <a:schemeClr val="bg1"/>
                </a:solidFill>
                <a:latin typeface="Chrono Medium" panose="020B0304000000010002" pitchFamily="34" charset="0"/>
              </a:rPr>
              <a:t>Training</a:t>
            </a:r>
          </a:p>
        </p:txBody>
      </p:sp>
      <p:sp>
        <p:nvSpPr>
          <p:cNvPr id="12" name="Ovaal 11">
            <a:extLst>
              <a:ext uri="{FF2B5EF4-FFF2-40B4-BE49-F238E27FC236}">
                <a16:creationId xmlns:a16="http://schemas.microsoft.com/office/drawing/2014/main" id="{357C4E50-6686-2C41-A8E7-2EFBC70BA644}"/>
              </a:ext>
            </a:extLst>
          </p:cNvPr>
          <p:cNvSpPr/>
          <p:nvPr/>
        </p:nvSpPr>
        <p:spPr>
          <a:xfrm>
            <a:off x="7382854" y="4664248"/>
            <a:ext cx="2201412" cy="2148596"/>
          </a:xfrm>
          <a:prstGeom prst="ellipse">
            <a:avLst/>
          </a:prstGeom>
          <a:solidFill>
            <a:srgbClr val="15A8B8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nl-NL" sz="1600" dirty="0">
                <a:solidFill>
                  <a:schemeClr val="bg1"/>
                </a:solidFill>
                <a:latin typeface="Chrono Medium" panose="020B0304000000010002" pitchFamily="34" charset="0"/>
              </a:rPr>
              <a:t>Thema X</a:t>
            </a:r>
          </a:p>
        </p:txBody>
      </p:sp>
      <p:sp>
        <p:nvSpPr>
          <p:cNvPr id="13" name="Ovaal 12">
            <a:extLst>
              <a:ext uri="{FF2B5EF4-FFF2-40B4-BE49-F238E27FC236}">
                <a16:creationId xmlns:a16="http://schemas.microsoft.com/office/drawing/2014/main" id="{CC136BB0-72C1-3042-B584-A98947301032}"/>
              </a:ext>
            </a:extLst>
          </p:cNvPr>
          <p:cNvSpPr/>
          <p:nvPr/>
        </p:nvSpPr>
        <p:spPr>
          <a:xfrm>
            <a:off x="5014532" y="2355517"/>
            <a:ext cx="2201412" cy="2148596"/>
          </a:xfrm>
          <a:prstGeom prst="ellipse">
            <a:avLst/>
          </a:prstGeom>
          <a:solidFill>
            <a:srgbClr val="15A8B8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nl-NL" sz="1600" dirty="0">
                <a:solidFill>
                  <a:schemeClr val="bg1"/>
                </a:solidFill>
                <a:latin typeface="Chrono Medium" panose="020B0304000000010002" pitchFamily="34" charset="0"/>
              </a:rPr>
              <a:t>Marketing livegang</a:t>
            </a:r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751C750D-8715-AF46-AE03-9BAF5DE1C941}"/>
              </a:ext>
            </a:extLst>
          </p:cNvPr>
          <p:cNvSpPr/>
          <p:nvPr/>
        </p:nvSpPr>
        <p:spPr>
          <a:xfrm>
            <a:off x="7382854" y="2355517"/>
            <a:ext cx="2201412" cy="2148596"/>
          </a:xfrm>
          <a:prstGeom prst="ellipse">
            <a:avLst/>
          </a:prstGeom>
          <a:solidFill>
            <a:srgbClr val="15A8B8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nl-NL" sz="1600" dirty="0">
                <a:solidFill>
                  <a:schemeClr val="bg1"/>
                </a:solidFill>
                <a:latin typeface="Chrono Medium" panose="020B0304000000010002" pitchFamily="34" charset="0"/>
              </a:rPr>
              <a:t>Rondleiding &amp; handleiding</a:t>
            </a:r>
          </a:p>
        </p:txBody>
      </p:sp>
      <p:sp>
        <p:nvSpPr>
          <p:cNvPr id="15" name="Ovaal 14">
            <a:extLst>
              <a:ext uri="{FF2B5EF4-FFF2-40B4-BE49-F238E27FC236}">
                <a16:creationId xmlns:a16="http://schemas.microsoft.com/office/drawing/2014/main" id="{AA4F5E7C-ADA8-4346-8E98-7E73D4F4C9EE}"/>
              </a:ext>
            </a:extLst>
          </p:cNvPr>
          <p:cNvSpPr/>
          <p:nvPr/>
        </p:nvSpPr>
        <p:spPr>
          <a:xfrm>
            <a:off x="9751177" y="2355517"/>
            <a:ext cx="2201412" cy="2148596"/>
          </a:xfrm>
          <a:prstGeom prst="ellipse">
            <a:avLst/>
          </a:prstGeom>
          <a:solidFill>
            <a:srgbClr val="15A8B8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nl-NL" sz="1600" dirty="0">
                <a:solidFill>
                  <a:schemeClr val="bg1"/>
                </a:solidFill>
                <a:latin typeface="Chrono Medium" panose="020B0304000000010002" pitchFamily="34" charset="0"/>
              </a:rPr>
              <a:t>Rol managers en directie</a:t>
            </a:r>
          </a:p>
        </p:txBody>
      </p:sp>
      <p:sp>
        <p:nvSpPr>
          <p:cNvPr id="16" name="Ovaal 15">
            <a:extLst>
              <a:ext uri="{FF2B5EF4-FFF2-40B4-BE49-F238E27FC236}">
                <a16:creationId xmlns:a16="http://schemas.microsoft.com/office/drawing/2014/main" id="{BD0F916F-C690-CD4E-9AAD-4E1F7F0B7975}"/>
              </a:ext>
            </a:extLst>
          </p:cNvPr>
          <p:cNvSpPr/>
          <p:nvPr/>
        </p:nvSpPr>
        <p:spPr>
          <a:xfrm>
            <a:off x="5014532" y="4664248"/>
            <a:ext cx="2201412" cy="2148596"/>
          </a:xfrm>
          <a:prstGeom prst="ellipse">
            <a:avLst/>
          </a:prstGeom>
          <a:solidFill>
            <a:srgbClr val="15A8B8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nl-NL" sz="1600" dirty="0">
                <a:solidFill>
                  <a:schemeClr val="bg1"/>
                </a:solidFill>
                <a:latin typeface="Chrono Medium" panose="020B0304000000010002" pitchFamily="34" charset="0"/>
              </a:rPr>
              <a:t>Rol P&amp;O en Communicatie</a:t>
            </a:r>
          </a:p>
        </p:txBody>
      </p:sp>
      <p:sp>
        <p:nvSpPr>
          <p:cNvPr id="17" name="Ovaal 16">
            <a:extLst>
              <a:ext uri="{FF2B5EF4-FFF2-40B4-BE49-F238E27FC236}">
                <a16:creationId xmlns:a16="http://schemas.microsoft.com/office/drawing/2014/main" id="{1B51484A-D27B-6C4B-85C4-E3BCEA9FE45B}"/>
              </a:ext>
            </a:extLst>
          </p:cNvPr>
          <p:cNvSpPr/>
          <p:nvPr/>
        </p:nvSpPr>
        <p:spPr>
          <a:xfrm>
            <a:off x="9804664" y="33867"/>
            <a:ext cx="2201412" cy="2148596"/>
          </a:xfrm>
          <a:prstGeom prst="ellipse">
            <a:avLst/>
          </a:prstGeom>
          <a:solidFill>
            <a:srgbClr val="15A8B8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nl-NL" sz="1600" dirty="0">
                <a:solidFill>
                  <a:schemeClr val="bg1"/>
                </a:solidFill>
                <a:latin typeface="Chrono Medium" panose="020B0304000000010002" pitchFamily="34" charset="0"/>
              </a:rPr>
              <a:t>Training</a:t>
            </a:r>
          </a:p>
        </p:txBody>
      </p:sp>
      <p:sp>
        <p:nvSpPr>
          <p:cNvPr id="18" name="Ovaal 17">
            <a:extLst>
              <a:ext uri="{FF2B5EF4-FFF2-40B4-BE49-F238E27FC236}">
                <a16:creationId xmlns:a16="http://schemas.microsoft.com/office/drawing/2014/main" id="{6DBBF976-6593-5443-9FDA-EA48CF3022F2}"/>
              </a:ext>
            </a:extLst>
          </p:cNvPr>
          <p:cNvSpPr/>
          <p:nvPr/>
        </p:nvSpPr>
        <p:spPr>
          <a:xfrm>
            <a:off x="2689021" y="4664248"/>
            <a:ext cx="2201412" cy="2148596"/>
          </a:xfrm>
          <a:prstGeom prst="ellipse">
            <a:avLst/>
          </a:prstGeom>
          <a:solidFill>
            <a:srgbClr val="15A8B8">
              <a:alpha val="8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nl-NL" sz="1600" dirty="0">
                <a:solidFill>
                  <a:schemeClr val="bg1"/>
                </a:solidFill>
                <a:latin typeface="Chrono Medium" panose="020B0304000000010002" pitchFamily="34" charset="0"/>
              </a:rPr>
              <a:t>Rol P&amp;O en Communicatie</a:t>
            </a:r>
          </a:p>
        </p:txBody>
      </p:sp>
    </p:spTree>
    <p:extLst>
      <p:ext uri="{BB962C8B-B14F-4D97-AF65-F5344CB8AC3E}">
        <p14:creationId xmlns:p14="http://schemas.microsoft.com/office/powerpoint/2010/main" val="33780774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B15E93AE-736C-A54D-B91A-E2A916ECB2E1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695414" y="4732161"/>
            <a:ext cx="1840452" cy="553297"/>
          </a:xfrm>
        </p:spPr>
        <p:txBody>
          <a:bodyPr/>
          <a:lstStyle/>
          <a:p>
            <a:r>
              <a:rPr lang="nl-NL" dirty="0"/>
              <a:t>Marketing livegang</a:t>
            </a:r>
          </a:p>
        </p:txBody>
      </p:sp>
      <p:sp>
        <p:nvSpPr>
          <p:cNvPr id="10" name="Tijdelijke aanduiding voor inhoud 9">
            <a:extLst>
              <a:ext uri="{FF2B5EF4-FFF2-40B4-BE49-F238E27FC236}">
                <a16:creationId xmlns:a16="http://schemas.microsoft.com/office/drawing/2014/main" id="{7CCDF37C-5D32-0F4C-9299-10DCDF210173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3555374" y="4732160"/>
            <a:ext cx="1840452" cy="553297"/>
          </a:xfrm>
        </p:spPr>
        <p:txBody>
          <a:bodyPr/>
          <a:lstStyle/>
          <a:p>
            <a:r>
              <a:rPr lang="nl-NL" dirty="0"/>
              <a:t>Rol P&amp;O en Communicatie</a:t>
            </a:r>
          </a:p>
        </p:txBody>
      </p:sp>
      <p:sp>
        <p:nvSpPr>
          <p:cNvPr id="13" name="Tijdelijke aanduiding voor inhoud 12">
            <a:extLst>
              <a:ext uri="{FF2B5EF4-FFF2-40B4-BE49-F238E27FC236}">
                <a16:creationId xmlns:a16="http://schemas.microsoft.com/office/drawing/2014/main" id="{372381F6-9CF0-D54F-8DBB-134FB983FA0F}"/>
              </a:ext>
            </a:extLst>
          </p:cNvPr>
          <p:cNvSpPr>
            <a:spLocks noGrp="1"/>
          </p:cNvSpPr>
          <p:nvPr>
            <p:ph idx="36"/>
          </p:nvPr>
        </p:nvSpPr>
        <p:spPr>
          <a:xfrm>
            <a:off x="6732551" y="4747803"/>
            <a:ext cx="1840452" cy="553297"/>
          </a:xfrm>
        </p:spPr>
        <p:txBody>
          <a:bodyPr/>
          <a:lstStyle/>
          <a:p>
            <a:r>
              <a:rPr lang="nl-NL" dirty="0"/>
              <a:t>Rol managers &amp; Directie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BAD002BB-8BF3-A04B-95BD-2198F0AEE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Implementatie tips</a:t>
            </a:r>
          </a:p>
        </p:txBody>
      </p:sp>
      <p:pic>
        <p:nvPicPr>
          <p:cNvPr id="37" name="Tijdelijke aanduiding voor afbeelding 36">
            <a:extLst>
              <a:ext uri="{FF2B5EF4-FFF2-40B4-BE49-F238E27FC236}">
                <a16:creationId xmlns:a16="http://schemas.microsoft.com/office/drawing/2014/main" id="{42962EBC-96A3-A04A-8BC0-1F9958B07A43}"/>
              </a:ext>
            </a:extLst>
          </p:cNvPr>
          <p:cNvPicPr>
            <a:picLocks noGrp="1" noChangeAspect="1"/>
          </p:cNvPicPr>
          <p:nvPr>
            <p:ph type="pic" idx="42"/>
          </p:nvPr>
        </p:nvPicPr>
        <p:blipFill rotWithShape="1">
          <a:blip r:embed="rId2"/>
          <a:srcRect l="-57386" t="-3481" r="-56454" b="-6551"/>
          <a:stretch/>
        </p:blipFill>
        <p:spPr>
          <a:xfrm>
            <a:off x="914401" y="3640504"/>
            <a:ext cx="1411111" cy="1074473"/>
          </a:xfrm>
        </p:spPr>
      </p:pic>
      <p:pic>
        <p:nvPicPr>
          <p:cNvPr id="41" name="Tijdelijke aanduiding voor afbeelding 40">
            <a:extLst>
              <a:ext uri="{FF2B5EF4-FFF2-40B4-BE49-F238E27FC236}">
                <a16:creationId xmlns:a16="http://schemas.microsoft.com/office/drawing/2014/main" id="{AFC50872-79F4-DF49-B820-6ADE10B5E043}"/>
              </a:ext>
            </a:extLst>
          </p:cNvPr>
          <p:cNvPicPr>
            <a:picLocks noGrp="1" noChangeAspect="1"/>
          </p:cNvPicPr>
          <p:nvPr>
            <p:ph type="pic" idx="44"/>
          </p:nvPr>
        </p:nvPicPr>
        <p:blipFill rotWithShape="1">
          <a:blip r:embed="rId3"/>
          <a:srcRect l="-27848" t="-18953" r="-30399" b="-18428"/>
          <a:stretch/>
        </p:blipFill>
        <p:spPr>
          <a:xfrm>
            <a:off x="3770489" y="3640491"/>
            <a:ext cx="1411288" cy="1074737"/>
          </a:xfrm>
        </p:spPr>
      </p:pic>
      <p:pic>
        <p:nvPicPr>
          <p:cNvPr id="43" name="Tijdelijke aanduiding voor afbeelding 42">
            <a:extLst>
              <a:ext uri="{FF2B5EF4-FFF2-40B4-BE49-F238E27FC236}">
                <a16:creationId xmlns:a16="http://schemas.microsoft.com/office/drawing/2014/main" id="{F368FEF6-E04E-5B42-A95A-4616824B5062}"/>
              </a:ext>
            </a:extLst>
          </p:cNvPr>
          <p:cNvPicPr>
            <a:picLocks noGrp="1" noChangeAspect="1"/>
          </p:cNvPicPr>
          <p:nvPr>
            <p:ph type="pic" idx="45"/>
          </p:nvPr>
        </p:nvPicPr>
        <p:blipFill rotWithShape="1">
          <a:blip r:embed="rId4"/>
          <a:srcRect l="-14130" t="-18389" r="-21739" b="-9367"/>
          <a:stretch/>
        </p:blipFill>
        <p:spPr>
          <a:xfrm>
            <a:off x="6976533" y="3629214"/>
            <a:ext cx="1411111" cy="1074473"/>
          </a:xfrm>
        </p:spPr>
      </p:pic>
      <p:sp>
        <p:nvSpPr>
          <p:cNvPr id="28" name="Tijdelijke aanduiding voor inhoud 29">
            <a:extLst>
              <a:ext uri="{FF2B5EF4-FFF2-40B4-BE49-F238E27FC236}">
                <a16:creationId xmlns:a16="http://schemas.microsoft.com/office/drawing/2014/main" id="{BFD2F01A-F2A8-C34D-84C8-127E15FB25D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752665" y="2946903"/>
            <a:ext cx="1840452" cy="553297"/>
          </a:xfrm>
        </p:spPr>
        <p:txBody>
          <a:bodyPr/>
          <a:lstStyle/>
          <a:p>
            <a:pPr algn="ctr"/>
            <a:r>
              <a:rPr lang="nl-NL" dirty="0"/>
              <a:t>Training</a:t>
            </a:r>
          </a:p>
        </p:txBody>
      </p:sp>
      <p:pic>
        <p:nvPicPr>
          <p:cNvPr id="29" name="Tijdelijke aanduiding voor afbeelding 55">
            <a:extLst>
              <a:ext uri="{FF2B5EF4-FFF2-40B4-BE49-F238E27FC236}">
                <a16:creationId xmlns:a16="http://schemas.microsoft.com/office/drawing/2014/main" id="{F8F4A0C2-5D3D-6B48-A0EE-7C1F7FA22B4E}"/>
              </a:ext>
            </a:extLst>
          </p:cNvPr>
          <p:cNvPicPr>
            <a:picLocks noGrp="1" noChangeAspect="1"/>
          </p:cNvPicPr>
          <p:nvPr>
            <p:ph type="pic" idx="14"/>
          </p:nvPr>
        </p:nvPicPr>
        <p:blipFill rotWithShape="1">
          <a:blip r:embed="rId4"/>
          <a:srcRect l="-42004" t="-22409" r="-53675" b="-18563"/>
          <a:stretch/>
        </p:blipFill>
        <p:spPr>
          <a:xfrm>
            <a:off x="752665" y="1845571"/>
            <a:ext cx="1840675" cy="1074473"/>
          </a:xfrm>
        </p:spPr>
      </p:pic>
      <p:sp>
        <p:nvSpPr>
          <p:cNvPr id="30" name="Tijdelijke aanduiding voor inhoud 34">
            <a:extLst>
              <a:ext uri="{FF2B5EF4-FFF2-40B4-BE49-F238E27FC236}">
                <a16:creationId xmlns:a16="http://schemas.microsoft.com/office/drawing/2014/main" id="{D762B4A7-3E94-5F4D-9081-802A6D6FE84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3517636" y="2933841"/>
            <a:ext cx="1840452" cy="553297"/>
          </a:xfrm>
        </p:spPr>
        <p:txBody>
          <a:bodyPr/>
          <a:lstStyle/>
          <a:p>
            <a:pPr algn="ctr"/>
            <a:r>
              <a:rPr lang="nl-NL" dirty="0"/>
              <a:t>Testteam</a:t>
            </a:r>
          </a:p>
        </p:txBody>
      </p:sp>
      <p:sp>
        <p:nvSpPr>
          <p:cNvPr id="31" name="Tijdelijke aanduiding voor inhoud 40">
            <a:extLst>
              <a:ext uri="{FF2B5EF4-FFF2-40B4-BE49-F238E27FC236}">
                <a16:creationId xmlns:a16="http://schemas.microsoft.com/office/drawing/2014/main" id="{151EE9F2-303F-6C4D-B279-8D213C4F2ADC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6704974" y="2933840"/>
            <a:ext cx="1840452" cy="553297"/>
          </a:xfrm>
        </p:spPr>
        <p:txBody>
          <a:bodyPr/>
          <a:lstStyle/>
          <a:p>
            <a:pPr algn="ctr"/>
            <a:r>
              <a:rPr lang="nl-NL" dirty="0"/>
              <a:t>Ambassadeurs</a:t>
            </a:r>
          </a:p>
        </p:txBody>
      </p:sp>
      <p:pic>
        <p:nvPicPr>
          <p:cNvPr id="32" name="Tijdelijke aanduiding voor afbeelding 59">
            <a:extLst>
              <a:ext uri="{FF2B5EF4-FFF2-40B4-BE49-F238E27FC236}">
                <a16:creationId xmlns:a16="http://schemas.microsoft.com/office/drawing/2014/main" id="{1844F76F-BAEB-6E49-AB1A-D9B0DFFEB39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56718" t="-14936" r="-63464" b="-13566"/>
          <a:stretch/>
        </p:blipFill>
        <p:spPr>
          <a:xfrm>
            <a:off x="6704974" y="1832508"/>
            <a:ext cx="1840675" cy="1074473"/>
          </a:xfrm>
          <a:prstGeom prst="rect">
            <a:avLst/>
          </a:prstGeom>
        </p:spPr>
      </p:pic>
      <p:sp>
        <p:nvSpPr>
          <p:cNvPr id="33" name="Tijdelijke aanduiding voor inhoud 46">
            <a:extLst>
              <a:ext uri="{FF2B5EF4-FFF2-40B4-BE49-F238E27FC236}">
                <a16:creationId xmlns:a16="http://schemas.microsoft.com/office/drawing/2014/main" id="{E8D6A5C1-E2D8-BB43-9CE5-74E6E5D8C42B}"/>
              </a:ext>
            </a:extLst>
          </p:cNvPr>
          <p:cNvSpPr>
            <a:spLocks noGrp="1"/>
          </p:cNvSpPr>
          <p:nvPr>
            <p:ph idx="34"/>
          </p:nvPr>
        </p:nvSpPr>
        <p:spPr>
          <a:xfrm>
            <a:off x="9374151" y="2938195"/>
            <a:ext cx="1840452" cy="553297"/>
          </a:xfrm>
        </p:spPr>
        <p:txBody>
          <a:bodyPr/>
          <a:lstStyle/>
          <a:p>
            <a:r>
              <a:rPr lang="nl-NL" dirty="0"/>
              <a:t>Rondleiding &amp; handleiding</a:t>
            </a:r>
          </a:p>
        </p:txBody>
      </p:sp>
      <p:pic>
        <p:nvPicPr>
          <p:cNvPr id="34" name="Tijdelijke aanduiding voor afbeelding 61">
            <a:extLst>
              <a:ext uri="{FF2B5EF4-FFF2-40B4-BE49-F238E27FC236}">
                <a16:creationId xmlns:a16="http://schemas.microsoft.com/office/drawing/2014/main" id="{EA2022F6-D6B9-E843-B25A-5DA15B40876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-62165" t="-12572" r="-53483" b="-13390"/>
          <a:stretch/>
        </p:blipFill>
        <p:spPr>
          <a:xfrm>
            <a:off x="9374151" y="1836863"/>
            <a:ext cx="1840675" cy="1074473"/>
          </a:xfrm>
          <a:prstGeom prst="rect">
            <a:avLst/>
          </a:prstGeom>
        </p:spPr>
      </p:pic>
      <p:pic>
        <p:nvPicPr>
          <p:cNvPr id="35" name="Tijdelijke aanduiding voor afbeelding 57">
            <a:extLst>
              <a:ext uri="{FF2B5EF4-FFF2-40B4-BE49-F238E27FC236}">
                <a16:creationId xmlns:a16="http://schemas.microsoft.com/office/drawing/2014/main" id="{59DA31D6-5074-9348-ADA9-F93DA5CA623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-60774" t="-16065" r="-64441" b="-11027"/>
          <a:stretch/>
        </p:blipFill>
        <p:spPr>
          <a:xfrm>
            <a:off x="3517636" y="1832509"/>
            <a:ext cx="1840675" cy="107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857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jdelijke aanduiding voor inhoud 70">
            <a:extLst>
              <a:ext uri="{FF2B5EF4-FFF2-40B4-BE49-F238E27FC236}">
                <a16:creationId xmlns:a16="http://schemas.microsoft.com/office/drawing/2014/main" id="{3B1A8232-5EEA-814F-80C6-BC7A5E25AF65}"/>
              </a:ext>
            </a:extLst>
          </p:cNvPr>
          <p:cNvSpPr>
            <a:spLocks noGrp="1"/>
          </p:cNvSpPr>
          <p:nvPr>
            <p:ph idx="19"/>
          </p:nvPr>
        </p:nvSpPr>
        <p:spPr>
          <a:solidFill>
            <a:schemeClr val="accent6"/>
          </a:solidFill>
          <a:effectLst>
            <a:softEdge rad="0"/>
          </a:effectLst>
        </p:spPr>
        <p:txBody>
          <a:bodyPr/>
          <a:lstStyle/>
          <a:p>
            <a:r>
              <a:rPr lang="nl-NL" dirty="0" err="1"/>
              <a:t>Proof</a:t>
            </a:r>
            <a:r>
              <a:rPr lang="nl-NL" dirty="0"/>
              <a:t> of concept</a:t>
            </a:r>
          </a:p>
        </p:txBody>
      </p:sp>
      <p:sp>
        <p:nvSpPr>
          <p:cNvPr id="73" name="Tijdelijke aanduiding voor inhoud 72">
            <a:extLst>
              <a:ext uri="{FF2B5EF4-FFF2-40B4-BE49-F238E27FC236}">
                <a16:creationId xmlns:a16="http://schemas.microsoft.com/office/drawing/2014/main" id="{97C3E709-3A93-124D-8BC5-29E44AFA27CB}"/>
              </a:ext>
            </a:extLst>
          </p:cNvPr>
          <p:cNvSpPr>
            <a:spLocks noGrp="1"/>
          </p:cNvSpPr>
          <p:nvPr>
            <p:ph idx="23"/>
          </p:nvPr>
        </p:nvSpPr>
        <p:spPr>
          <a:solidFill>
            <a:schemeClr val="accent6"/>
          </a:solidFill>
          <a:effectLst>
            <a:softEdge rad="0"/>
          </a:effectLst>
        </p:spPr>
        <p:txBody>
          <a:bodyPr/>
          <a:lstStyle/>
          <a:p>
            <a:r>
              <a:rPr lang="nl-NL" dirty="0"/>
              <a:t>Inventarisatie &amp; ontwerp</a:t>
            </a:r>
          </a:p>
        </p:txBody>
      </p:sp>
      <p:sp>
        <p:nvSpPr>
          <p:cNvPr id="74" name="Tijdelijke aanduiding voor inhoud 73">
            <a:extLst>
              <a:ext uri="{FF2B5EF4-FFF2-40B4-BE49-F238E27FC236}">
                <a16:creationId xmlns:a16="http://schemas.microsoft.com/office/drawing/2014/main" id="{E1E88861-DF74-C343-9703-69EE3EFF456B}"/>
              </a:ext>
            </a:extLst>
          </p:cNvPr>
          <p:cNvSpPr>
            <a:spLocks noGrp="1"/>
          </p:cNvSpPr>
          <p:nvPr>
            <p:ph idx="27"/>
          </p:nvPr>
        </p:nvSpPr>
        <p:spPr>
          <a:solidFill>
            <a:schemeClr val="accent6"/>
          </a:solidFill>
          <a:effectLst>
            <a:softEdge rad="0"/>
          </a:effectLst>
        </p:spPr>
        <p:txBody>
          <a:bodyPr/>
          <a:lstStyle/>
          <a:p>
            <a:r>
              <a:rPr lang="nl-NL" dirty="0"/>
              <a:t>Realisatie &amp; inrichten</a:t>
            </a:r>
          </a:p>
        </p:txBody>
      </p:sp>
      <p:sp>
        <p:nvSpPr>
          <p:cNvPr id="75" name="Tijdelijke aanduiding voor inhoud 74">
            <a:extLst>
              <a:ext uri="{FF2B5EF4-FFF2-40B4-BE49-F238E27FC236}">
                <a16:creationId xmlns:a16="http://schemas.microsoft.com/office/drawing/2014/main" id="{9F79A6FE-A66C-6D41-8E7D-243F05902CF1}"/>
              </a:ext>
            </a:extLst>
          </p:cNvPr>
          <p:cNvSpPr>
            <a:spLocks noGrp="1"/>
          </p:cNvSpPr>
          <p:nvPr>
            <p:ph idx="31"/>
          </p:nvPr>
        </p:nvSpPr>
        <p:spPr>
          <a:solidFill>
            <a:schemeClr val="accent6"/>
          </a:solidFill>
          <a:effectLst>
            <a:softEdge rad="0"/>
          </a:effectLst>
        </p:spPr>
        <p:txBody>
          <a:bodyPr/>
          <a:lstStyle/>
          <a:p>
            <a:r>
              <a:rPr lang="nl-NL" dirty="0"/>
              <a:t>Door-ontwikkeling</a:t>
            </a:r>
          </a:p>
        </p:txBody>
      </p:sp>
      <p:sp>
        <p:nvSpPr>
          <p:cNvPr id="19" name="Titel 18">
            <a:extLst>
              <a:ext uri="{FF2B5EF4-FFF2-40B4-BE49-F238E27FC236}">
                <a16:creationId xmlns:a16="http://schemas.microsoft.com/office/drawing/2014/main" id="{99EA57D3-C4F3-C847-BA49-CAF5351A6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Projectaanpak</a:t>
            </a:r>
          </a:p>
        </p:txBody>
      </p:sp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FEAB9C4D-6A50-3440-BA06-AAF7E5A99444}"/>
              </a:ext>
            </a:extLst>
          </p:cNvPr>
          <p:cNvSpPr>
            <a:spLocks noGrp="1"/>
          </p:cNvSpPr>
          <p:nvPr>
            <p:ph idx="2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0B93D8A-DCAB-B545-B838-94215F430723}"/>
              </a:ext>
            </a:extLst>
          </p:cNvPr>
          <p:cNvSpPr>
            <a:spLocks noGrp="1"/>
          </p:cNvSpPr>
          <p:nvPr>
            <p:ph idx="32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A9442E4-DF9F-B24C-9E34-2A1E4F6684A8}"/>
              </a:ext>
            </a:extLst>
          </p:cNvPr>
          <p:cNvSpPr>
            <a:spLocks noGrp="1"/>
          </p:cNvSpPr>
          <p:nvPr>
            <p:ph idx="3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94A60EF2-6213-B544-9739-3507CD5872D3}"/>
              </a:ext>
            </a:extLst>
          </p:cNvPr>
          <p:cNvSpPr>
            <a:spLocks noGrp="1"/>
          </p:cNvSpPr>
          <p:nvPr>
            <p:ph idx="3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B5629DFD-8324-D44D-9038-A1D3266388C8}"/>
              </a:ext>
            </a:extLst>
          </p:cNvPr>
          <p:cNvSpPr>
            <a:spLocks noGrp="1"/>
          </p:cNvSpPr>
          <p:nvPr>
            <p:ph idx="3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inhoud 6">
            <a:extLst>
              <a:ext uri="{FF2B5EF4-FFF2-40B4-BE49-F238E27FC236}">
                <a16:creationId xmlns:a16="http://schemas.microsoft.com/office/drawing/2014/main" id="{93EF0387-F8C7-744B-B187-E174AA3401C3}"/>
              </a:ext>
            </a:extLst>
          </p:cNvPr>
          <p:cNvSpPr>
            <a:spLocks noGrp="1"/>
          </p:cNvSpPr>
          <p:nvPr>
            <p:ph idx="36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8" name="Tijdelijke aanduiding voor inhoud 7">
            <a:extLst>
              <a:ext uri="{FF2B5EF4-FFF2-40B4-BE49-F238E27FC236}">
                <a16:creationId xmlns:a16="http://schemas.microsoft.com/office/drawing/2014/main" id="{1A9B0CC4-7055-4248-89B7-CB409F0054F9}"/>
              </a:ext>
            </a:extLst>
          </p:cNvPr>
          <p:cNvSpPr>
            <a:spLocks noGrp="1"/>
          </p:cNvSpPr>
          <p:nvPr>
            <p:ph idx="37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inhoud 8">
            <a:extLst>
              <a:ext uri="{FF2B5EF4-FFF2-40B4-BE49-F238E27FC236}">
                <a16:creationId xmlns:a16="http://schemas.microsoft.com/office/drawing/2014/main" id="{979E22BE-2A0B-4546-A349-F61974005C64}"/>
              </a:ext>
            </a:extLst>
          </p:cNvPr>
          <p:cNvSpPr>
            <a:spLocks noGrp="1"/>
          </p:cNvSpPr>
          <p:nvPr>
            <p:ph idx="38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83" name="Tijdelijke aanduiding voor inhoud 82">
            <a:extLst>
              <a:ext uri="{FF2B5EF4-FFF2-40B4-BE49-F238E27FC236}">
                <a16:creationId xmlns:a16="http://schemas.microsoft.com/office/drawing/2014/main" id="{02983A6F-5A00-7E4E-9FEC-C52F25ADEB9E}"/>
              </a:ext>
            </a:extLst>
          </p:cNvPr>
          <p:cNvSpPr>
            <a:spLocks noGrp="1"/>
          </p:cNvSpPr>
          <p:nvPr>
            <p:ph idx="39"/>
          </p:nvPr>
        </p:nvSpPr>
        <p:spPr>
          <a:effectLst>
            <a:softEdge rad="12700"/>
          </a:effectLst>
        </p:spPr>
        <p:txBody>
          <a:bodyPr>
            <a:normAutofit/>
          </a:bodyPr>
          <a:lstStyle/>
          <a:p>
            <a:endParaRPr lang="nl-NL" dirty="0"/>
          </a:p>
        </p:txBody>
      </p:sp>
      <p:sp>
        <p:nvSpPr>
          <p:cNvPr id="10" name="Tijdelijke aanduiding voor inhoud 9">
            <a:extLst>
              <a:ext uri="{FF2B5EF4-FFF2-40B4-BE49-F238E27FC236}">
                <a16:creationId xmlns:a16="http://schemas.microsoft.com/office/drawing/2014/main" id="{5B377224-C365-D346-8193-6A18B136385D}"/>
              </a:ext>
            </a:extLst>
          </p:cNvPr>
          <p:cNvSpPr>
            <a:spLocks noGrp="1"/>
          </p:cNvSpPr>
          <p:nvPr>
            <p:ph idx="4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1" name="Tijdelijke aanduiding voor inhoud 10">
            <a:extLst>
              <a:ext uri="{FF2B5EF4-FFF2-40B4-BE49-F238E27FC236}">
                <a16:creationId xmlns:a16="http://schemas.microsoft.com/office/drawing/2014/main" id="{19F9664E-E939-D048-BB1A-26ACCA25F806}"/>
              </a:ext>
            </a:extLst>
          </p:cNvPr>
          <p:cNvSpPr>
            <a:spLocks noGrp="1"/>
          </p:cNvSpPr>
          <p:nvPr>
            <p:ph idx="4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ACA12B35-EB4B-E145-80F3-B930D0D5698E}"/>
              </a:ext>
            </a:extLst>
          </p:cNvPr>
          <p:cNvSpPr>
            <a:spLocks noGrp="1"/>
          </p:cNvSpPr>
          <p:nvPr>
            <p:ph idx="42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3" name="Tijdelijke aanduiding voor inhoud 12">
            <a:extLst>
              <a:ext uri="{FF2B5EF4-FFF2-40B4-BE49-F238E27FC236}">
                <a16:creationId xmlns:a16="http://schemas.microsoft.com/office/drawing/2014/main" id="{71C5BD0C-D0BD-0242-A821-2574058FF7E5}"/>
              </a:ext>
            </a:extLst>
          </p:cNvPr>
          <p:cNvSpPr>
            <a:spLocks noGrp="1"/>
          </p:cNvSpPr>
          <p:nvPr>
            <p:ph idx="4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4" name="Tijdelijke aanduiding voor inhoud 13">
            <a:extLst>
              <a:ext uri="{FF2B5EF4-FFF2-40B4-BE49-F238E27FC236}">
                <a16:creationId xmlns:a16="http://schemas.microsoft.com/office/drawing/2014/main" id="{ECEB584A-9EB5-624C-850F-5AA56D3CD2F5}"/>
              </a:ext>
            </a:extLst>
          </p:cNvPr>
          <p:cNvSpPr>
            <a:spLocks noGrp="1"/>
          </p:cNvSpPr>
          <p:nvPr>
            <p:ph idx="4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5" name="Tijdelijke aanduiding voor inhoud 14">
            <a:extLst>
              <a:ext uri="{FF2B5EF4-FFF2-40B4-BE49-F238E27FC236}">
                <a16:creationId xmlns:a16="http://schemas.microsoft.com/office/drawing/2014/main" id="{4ECB19AE-BEDC-7E46-A2DD-2139628F5975}"/>
              </a:ext>
            </a:extLst>
          </p:cNvPr>
          <p:cNvSpPr>
            <a:spLocks noGrp="1"/>
          </p:cNvSpPr>
          <p:nvPr>
            <p:ph idx="4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6" name="Tijdelijke aanduiding voor inhoud 15">
            <a:extLst>
              <a:ext uri="{FF2B5EF4-FFF2-40B4-BE49-F238E27FC236}">
                <a16:creationId xmlns:a16="http://schemas.microsoft.com/office/drawing/2014/main" id="{F5E5C351-65FE-CC4F-A3D5-5F738E2EA436}"/>
              </a:ext>
            </a:extLst>
          </p:cNvPr>
          <p:cNvSpPr>
            <a:spLocks noGrp="1"/>
          </p:cNvSpPr>
          <p:nvPr>
            <p:ph idx="46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7" name="Tijdelijke aanduiding voor inhoud 16">
            <a:extLst>
              <a:ext uri="{FF2B5EF4-FFF2-40B4-BE49-F238E27FC236}">
                <a16:creationId xmlns:a16="http://schemas.microsoft.com/office/drawing/2014/main" id="{53F130F4-24BE-D344-868B-7EC8A98DFC49}"/>
              </a:ext>
            </a:extLst>
          </p:cNvPr>
          <p:cNvSpPr>
            <a:spLocks noGrp="1"/>
          </p:cNvSpPr>
          <p:nvPr>
            <p:ph idx="47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18" name="Tijdelijke aanduiding voor inhoud 17">
            <a:extLst>
              <a:ext uri="{FF2B5EF4-FFF2-40B4-BE49-F238E27FC236}">
                <a16:creationId xmlns:a16="http://schemas.microsoft.com/office/drawing/2014/main" id="{AF412FDD-0EA2-7941-B1AC-68AD28CEA855}"/>
              </a:ext>
            </a:extLst>
          </p:cNvPr>
          <p:cNvSpPr>
            <a:spLocks noGrp="1"/>
          </p:cNvSpPr>
          <p:nvPr>
            <p:ph idx="48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0" name="Tijdelijke aanduiding voor inhoud 19">
            <a:extLst>
              <a:ext uri="{FF2B5EF4-FFF2-40B4-BE49-F238E27FC236}">
                <a16:creationId xmlns:a16="http://schemas.microsoft.com/office/drawing/2014/main" id="{E6D06B5E-679D-2B4F-8A8D-67C75C4F2338}"/>
              </a:ext>
            </a:extLst>
          </p:cNvPr>
          <p:cNvSpPr>
            <a:spLocks noGrp="1"/>
          </p:cNvSpPr>
          <p:nvPr>
            <p:ph idx="49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1" name="Tijdelijke aanduiding voor inhoud 20">
            <a:extLst>
              <a:ext uri="{FF2B5EF4-FFF2-40B4-BE49-F238E27FC236}">
                <a16:creationId xmlns:a16="http://schemas.microsoft.com/office/drawing/2014/main" id="{7DE88207-7547-2D4E-87BB-C64B164D4130}"/>
              </a:ext>
            </a:extLst>
          </p:cNvPr>
          <p:cNvSpPr>
            <a:spLocks noGrp="1"/>
          </p:cNvSpPr>
          <p:nvPr>
            <p:ph idx="5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2" name="Tijdelijke aanduiding voor inhoud 21">
            <a:extLst>
              <a:ext uri="{FF2B5EF4-FFF2-40B4-BE49-F238E27FC236}">
                <a16:creationId xmlns:a16="http://schemas.microsoft.com/office/drawing/2014/main" id="{41849B4F-D447-9B4C-A112-B1AFDCFD69D7}"/>
              </a:ext>
            </a:extLst>
          </p:cNvPr>
          <p:cNvSpPr>
            <a:spLocks noGrp="1"/>
          </p:cNvSpPr>
          <p:nvPr>
            <p:ph idx="5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3" name="Tijdelijke aanduiding voor inhoud 22">
            <a:extLst>
              <a:ext uri="{FF2B5EF4-FFF2-40B4-BE49-F238E27FC236}">
                <a16:creationId xmlns:a16="http://schemas.microsoft.com/office/drawing/2014/main" id="{6E699CA6-9A1C-C348-BDDC-F988540D9C8B}"/>
              </a:ext>
            </a:extLst>
          </p:cNvPr>
          <p:cNvSpPr>
            <a:spLocks noGrp="1"/>
          </p:cNvSpPr>
          <p:nvPr>
            <p:ph idx="52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4" name="Tijdelijke aanduiding voor inhoud 23">
            <a:extLst>
              <a:ext uri="{FF2B5EF4-FFF2-40B4-BE49-F238E27FC236}">
                <a16:creationId xmlns:a16="http://schemas.microsoft.com/office/drawing/2014/main" id="{F20DF712-165B-1746-936E-9AC001585150}"/>
              </a:ext>
            </a:extLst>
          </p:cNvPr>
          <p:cNvSpPr>
            <a:spLocks noGrp="1"/>
          </p:cNvSpPr>
          <p:nvPr>
            <p:ph idx="53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5" name="Tijdelijke aanduiding voor inhoud 24">
            <a:extLst>
              <a:ext uri="{FF2B5EF4-FFF2-40B4-BE49-F238E27FC236}">
                <a16:creationId xmlns:a16="http://schemas.microsoft.com/office/drawing/2014/main" id="{EA2EBDDC-13C6-E24D-8B17-7D046F16EC90}"/>
              </a:ext>
            </a:extLst>
          </p:cNvPr>
          <p:cNvSpPr>
            <a:spLocks noGrp="1"/>
          </p:cNvSpPr>
          <p:nvPr>
            <p:ph idx="54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27" name="Tijdelijke aanduiding voor inhoud 26">
            <a:extLst>
              <a:ext uri="{FF2B5EF4-FFF2-40B4-BE49-F238E27FC236}">
                <a16:creationId xmlns:a16="http://schemas.microsoft.com/office/drawing/2014/main" id="{66BA3262-7EA7-234D-A983-2F9109E43225}"/>
              </a:ext>
            </a:extLst>
          </p:cNvPr>
          <p:cNvSpPr>
            <a:spLocks noGrp="1"/>
          </p:cNvSpPr>
          <p:nvPr>
            <p:ph idx="5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1" name="Tijdelijke aanduiding voor inhoud 30">
            <a:extLst>
              <a:ext uri="{FF2B5EF4-FFF2-40B4-BE49-F238E27FC236}">
                <a16:creationId xmlns:a16="http://schemas.microsoft.com/office/drawing/2014/main" id="{CA07E790-6BFB-9F43-9E2D-A0B31F82F506}"/>
              </a:ext>
            </a:extLst>
          </p:cNvPr>
          <p:cNvSpPr>
            <a:spLocks noGrp="1"/>
          </p:cNvSpPr>
          <p:nvPr>
            <p:ph idx="56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2" name="Tijdelijke aanduiding voor inhoud 31">
            <a:extLst>
              <a:ext uri="{FF2B5EF4-FFF2-40B4-BE49-F238E27FC236}">
                <a16:creationId xmlns:a16="http://schemas.microsoft.com/office/drawing/2014/main" id="{4C3432A9-0159-674D-98D3-67B6C0802AFE}"/>
              </a:ext>
            </a:extLst>
          </p:cNvPr>
          <p:cNvSpPr>
            <a:spLocks noGrp="1"/>
          </p:cNvSpPr>
          <p:nvPr>
            <p:ph idx="57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3" name="Tijdelijke aanduiding voor inhoud 32">
            <a:extLst>
              <a:ext uri="{FF2B5EF4-FFF2-40B4-BE49-F238E27FC236}">
                <a16:creationId xmlns:a16="http://schemas.microsoft.com/office/drawing/2014/main" id="{17E23DD2-61D0-8B4C-B7C3-A1D9A6AAC142}"/>
              </a:ext>
            </a:extLst>
          </p:cNvPr>
          <p:cNvSpPr>
            <a:spLocks noGrp="1"/>
          </p:cNvSpPr>
          <p:nvPr>
            <p:ph idx="58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4" name="Tijdelijke aanduiding voor inhoud 33">
            <a:extLst>
              <a:ext uri="{FF2B5EF4-FFF2-40B4-BE49-F238E27FC236}">
                <a16:creationId xmlns:a16="http://schemas.microsoft.com/office/drawing/2014/main" id="{6C24FCD9-CCAF-DB45-97EF-04E261232517}"/>
              </a:ext>
            </a:extLst>
          </p:cNvPr>
          <p:cNvSpPr>
            <a:spLocks noGrp="1"/>
          </p:cNvSpPr>
          <p:nvPr>
            <p:ph idx="59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5" name="Tijdelijke aanduiding voor inhoud 34">
            <a:extLst>
              <a:ext uri="{FF2B5EF4-FFF2-40B4-BE49-F238E27FC236}">
                <a16:creationId xmlns:a16="http://schemas.microsoft.com/office/drawing/2014/main" id="{C2713AFE-2B73-6B4D-8E22-414E8A9F52C1}"/>
              </a:ext>
            </a:extLst>
          </p:cNvPr>
          <p:cNvSpPr>
            <a:spLocks noGrp="1"/>
          </p:cNvSpPr>
          <p:nvPr>
            <p:ph idx="6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6" name="Tijdelijke aanduiding voor inhoud 35">
            <a:extLst>
              <a:ext uri="{FF2B5EF4-FFF2-40B4-BE49-F238E27FC236}">
                <a16:creationId xmlns:a16="http://schemas.microsoft.com/office/drawing/2014/main" id="{3B9EAF52-1D83-BC45-8377-56C31DC8FC31}"/>
              </a:ext>
            </a:extLst>
          </p:cNvPr>
          <p:cNvSpPr>
            <a:spLocks noGrp="1"/>
          </p:cNvSpPr>
          <p:nvPr>
            <p:ph idx="6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37" name="Tijdelijke aanduiding voor inhoud 36">
            <a:extLst>
              <a:ext uri="{FF2B5EF4-FFF2-40B4-BE49-F238E27FC236}">
                <a16:creationId xmlns:a16="http://schemas.microsoft.com/office/drawing/2014/main" id="{A256A4F0-41ED-A642-8463-8C550E3BEEA9}"/>
              </a:ext>
            </a:extLst>
          </p:cNvPr>
          <p:cNvSpPr>
            <a:spLocks noGrp="1"/>
          </p:cNvSpPr>
          <p:nvPr>
            <p:ph idx="62"/>
          </p:nvPr>
        </p:nvSpPr>
        <p:spPr/>
        <p:txBody>
          <a:bodyPr/>
          <a:lstStyle/>
          <a:p>
            <a:endParaRPr lang="nl-NL"/>
          </a:p>
        </p:txBody>
      </p:sp>
      <p:pic>
        <p:nvPicPr>
          <p:cNvPr id="26" name="Afbeelding 25">
            <a:extLst>
              <a:ext uri="{FF2B5EF4-FFF2-40B4-BE49-F238E27FC236}">
                <a16:creationId xmlns:a16="http://schemas.microsoft.com/office/drawing/2014/main" id="{902C1A7A-D85D-D540-A70A-79A166CF5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786" y="1942359"/>
            <a:ext cx="369989" cy="547584"/>
          </a:xfrm>
          <a:prstGeom prst="rect">
            <a:avLst/>
          </a:prstGeom>
        </p:spPr>
      </p:pic>
      <p:pic>
        <p:nvPicPr>
          <p:cNvPr id="28" name="Afbeelding 27">
            <a:extLst>
              <a:ext uri="{FF2B5EF4-FFF2-40B4-BE49-F238E27FC236}">
                <a16:creationId xmlns:a16="http://schemas.microsoft.com/office/drawing/2014/main" id="{7317E048-E197-6F4C-9AE1-C15C8C4DD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19" y="2029230"/>
            <a:ext cx="471191" cy="382047"/>
          </a:xfrm>
          <a:prstGeom prst="rect">
            <a:avLst/>
          </a:prstGeom>
        </p:spPr>
      </p:pic>
      <p:pic>
        <p:nvPicPr>
          <p:cNvPr id="29" name="Afbeelding 28">
            <a:extLst>
              <a:ext uri="{FF2B5EF4-FFF2-40B4-BE49-F238E27FC236}">
                <a16:creationId xmlns:a16="http://schemas.microsoft.com/office/drawing/2014/main" id="{465D9150-D112-124F-9D75-DBFDAD6083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7878" y="1972024"/>
            <a:ext cx="535702" cy="535702"/>
          </a:xfrm>
          <a:prstGeom prst="rect">
            <a:avLst/>
          </a:prstGeom>
        </p:spPr>
      </p:pic>
      <p:pic>
        <p:nvPicPr>
          <p:cNvPr id="30" name="Afbeelding 29">
            <a:extLst>
              <a:ext uri="{FF2B5EF4-FFF2-40B4-BE49-F238E27FC236}">
                <a16:creationId xmlns:a16="http://schemas.microsoft.com/office/drawing/2014/main" id="{E51A0E0B-8674-3C43-9FF9-1E8DD062A3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1998" y="1982841"/>
            <a:ext cx="485263" cy="485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4347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el 18">
            <a:extLst>
              <a:ext uri="{FF2B5EF4-FFF2-40B4-BE49-F238E27FC236}">
                <a16:creationId xmlns:a16="http://schemas.microsoft.com/office/drawing/2014/main" id="{465774F1-E286-624D-BADB-FBEA89E62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Een tabel maak je zo</a:t>
            </a:r>
          </a:p>
        </p:txBody>
      </p:sp>
      <p:graphicFrame>
        <p:nvGraphicFramePr>
          <p:cNvPr id="21" name="Tijdelijke aanduiding voor inhoud 20">
            <a:extLst>
              <a:ext uri="{FF2B5EF4-FFF2-40B4-BE49-F238E27FC236}">
                <a16:creationId xmlns:a16="http://schemas.microsoft.com/office/drawing/2014/main" id="{573F6A37-90B1-D448-BE88-971DEB7250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8605417"/>
              </p:ext>
            </p:extLst>
          </p:nvPr>
        </p:nvGraphicFramePr>
        <p:xfrm>
          <a:off x="814388" y="1976438"/>
          <a:ext cx="105664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1600">
                  <a:extLst>
                    <a:ext uri="{9D8B030D-6E8A-4147-A177-3AD203B41FA5}">
                      <a16:colId xmlns:a16="http://schemas.microsoft.com/office/drawing/2014/main" val="1422136052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3193586944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2337328869"/>
                    </a:ext>
                  </a:extLst>
                </a:gridCol>
                <a:gridCol w="2641600">
                  <a:extLst>
                    <a:ext uri="{9D8B030D-6E8A-4147-A177-3AD203B41FA5}">
                      <a16:colId xmlns:a16="http://schemas.microsoft.com/office/drawing/2014/main" val="5987964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 dirty="0">
                          <a:solidFill>
                            <a:schemeClr val="tx1"/>
                          </a:solidFill>
                          <a:latin typeface="Chrono Medium" panose="020B0304000000010002" pitchFamily="34" charset="0"/>
                        </a:rPr>
                        <a:t>Wie</a:t>
                      </a:r>
                    </a:p>
                  </a:txBody>
                  <a:tcPr>
                    <a:solidFill>
                      <a:srgbClr val="C9EB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dirty="0">
                          <a:solidFill>
                            <a:schemeClr val="tx1"/>
                          </a:solidFill>
                          <a:latin typeface="Chrono Medium" panose="020B0304000000010002" pitchFamily="34" charset="0"/>
                        </a:rPr>
                        <a:t>Wat</a:t>
                      </a:r>
                    </a:p>
                  </a:txBody>
                  <a:tcPr>
                    <a:solidFill>
                      <a:srgbClr val="C9EB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dirty="0">
                          <a:solidFill>
                            <a:schemeClr val="tx1"/>
                          </a:solidFill>
                          <a:latin typeface="Chrono Medium" panose="020B0304000000010002" pitchFamily="34" charset="0"/>
                        </a:rPr>
                        <a:t>Waar</a:t>
                      </a:r>
                    </a:p>
                  </a:txBody>
                  <a:tcPr>
                    <a:solidFill>
                      <a:srgbClr val="C9EB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dirty="0">
                          <a:solidFill>
                            <a:schemeClr val="tx1"/>
                          </a:solidFill>
                          <a:latin typeface="Chrono Medium" panose="020B0304000000010002" pitchFamily="34" charset="0"/>
                        </a:rPr>
                        <a:t>Wanneer</a:t>
                      </a:r>
                    </a:p>
                  </a:txBody>
                  <a:tcPr>
                    <a:solidFill>
                      <a:srgbClr val="C9EB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177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Ben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Actie 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3650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Thijs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nl-NL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Actie 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728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Rik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Actie 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9609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Christel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Actie 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121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Mohammed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Actie 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735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Jair</a:t>
                      </a:r>
                      <a:endParaRPr lang="nl-NL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Actie 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2536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Simon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Actie 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3620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 err="1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Charlène</a:t>
                      </a:r>
                      <a:endParaRPr lang="nl-NL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Actie 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627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Janet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>
                          <a:solidFill>
                            <a:schemeClr val="bg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Actie 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nl-NL" dirty="0">
                        <a:solidFill>
                          <a:schemeClr val="bg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7999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9090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828EB8EC-9338-F848-A422-CA07C77F8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Of.. zo</a:t>
            </a:r>
          </a:p>
        </p:txBody>
      </p:sp>
      <p:graphicFrame>
        <p:nvGraphicFramePr>
          <p:cNvPr id="7" name="Tijdelijke aanduiding voor inhoud 20">
            <a:extLst>
              <a:ext uri="{FF2B5EF4-FFF2-40B4-BE49-F238E27FC236}">
                <a16:creationId xmlns:a16="http://schemas.microsoft.com/office/drawing/2014/main" id="{716DD6DD-58FC-F241-9A28-9EBEFF8BB4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6283198"/>
              </p:ext>
            </p:extLst>
          </p:nvPr>
        </p:nvGraphicFramePr>
        <p:xfrm>
          <a:off x="814388" y="1976438"/>
          <a:ext cx="9787708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6927">
                  <a:extLst>
                    <a:ext uri="{9D8B030D-6E8A-4147-A177-3AD203B41FA5}">
                      <a16:colId xmlns:a16="http://schemas.microsoft.com/office/drawing/2014/main" val="1422136052"/>
                    </a:ext>
                  </a:extLst>
                </a:gridCol>
                <a:gridCol w="2446927">
                  <a:extLst>
                    <a:ext uri="{9D8B030D-6E8A-4147-A177-3AD203B41FA5}">
                      <a16:colId xmlns:a16="http://schemas.microsoft.com/office/drawing/2014/main" val="3193586944"/>
                    </a:ext>
                  </a:extLst>
                </a:gridCol>
                <a:gridCol w="2446927">
                  <a:extLst>
                    <a:ext uri="{9D8B030D-6E8A-4147-A177-3AD203B41FA5}">
                      <a16:colId xmlns:a16="http://schemas.microsoft.com/office/drawing/2014/main" val="2337328869"/>
                    </a:ext>
                  </a:extLst>
                </a:gridCol>
                <a:gridCol w="2446927">
                  <a:extLst>
                    <a:ext uri="{9D8B030D-6E8A-4147-A177-3AD203B41FA5}">
                      <a16:colId xmlns:a16="http://schemas.microsoft.com/office/drawing/2014/main" val="5987964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nl-NL" dirty="0">
                          <a:latin typeface="Chrono Medium" panose="020B0304000000010002" pitchFamily="34" charset="0"/>
                        </a:rPr>
                        <a:t>Wie</a:t>
                      </a:r>
                    </a:p>
                  </a:txBody>
                  <a:tcPr>
                    <a:solidFill>
                      <a:srgbClr val="0315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dirty="0">
                          <a:latin typeface="Chrono Medium" panose="020B0304000000010002" pitchFamily="34" charset="0"/>
                        </a:rPr>
                        <a:t>Wat</a:t>
                      </a:r>
                    </a:p>
                  </a:txBody>
                  <a:tcPr>
                    <a:solidFill>
                      <a:srgbClr val="0315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dirty="0">
                          <a:latin typeface="Chrono Medium" panose="020B0304000000010002" pitchFamily="34" charset="0"/>
                        </a:rPr>
                        <a:t>Waar</a:t>
                      </a:r>
                    </a:p>
                  </a:txBody>
                  <a:tcPr>
                    <a:solidFill>
                      <a:srgbClr val="0315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dirty="0">
                          <a:latin typeface="Chrono Medium" panose="020B0304000000010002" pitchFamily="34" charset="0"/>
                        </a:rPr>
                        <a:t>Wanneer</a:t>
                      </a:r>
                    </a:p>
                  </a:txBody>
                  <a:tcPr>
                    <a:solidFill>
                      <a:srgbClr val="0315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177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Ben</a:t>
                      </a:r>
                    </a:p>
                  </a:txBody>
                  <a:tcPr>
                    <a:solidFill>
                      <a:srgbClr val="98D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Actie 1</a:t>
                      </a:r>
                    </a:p>
                  </a:txBody>
                  <a:tcPr>
                    <a:solidFill>
                      <a:srgbClr val="98DDE3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NL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rgbClr val="98DDE3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NL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rgbClr val="98D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3650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Thijs</a:t>
                      </a:r>
                    </a:p>
                  </a:txBody>
                  <a:tcPr>
                    <a:solidFill>
                      <a:srgbClr val="98DD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nl-NL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Actie 2</a:t>
                      </a:r>
                    </a:p>
                  </a:txBody>
                  <a:tcPr>
                    <a:solidFill>
                      <a:srgbClr val="98DDE3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NL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rgbClr val="98DDE3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NL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rgbClr val="98D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7728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Rik</a:t>
                      </a:r>
                    </a:p>
                  </a:txBody>
                  <a:tcPr>
                    <a:solidFill>
                      <a:srgbClr val="98DD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Actie 2</a:t>
                      </a:r>
                    </a:p>
                  </a:txBody>
                  <a:tcPr>
                    <a:solidFill>
                      <a:srgbClr val="98DDE3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NL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rgbClr val="98DDE3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NL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rgbClr val="98D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609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Christel</a:t>
                      </a:r>
                    </a:p>
                  </a:txBody>
                  <a:tcPr>
                    <a:solidFill>
                      <a:srgbClr val="98DD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Actie 2</a:t>
                      </a:r>
                    </a:p>
                  </a:txBody>
                  <a:tcPr>
                    <a:solidFill>
                      <a:srgbClr val="98DDE3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NL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rgbClr val="98DDE3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NL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rgbClr val="98D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211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Mohammed </a:t>
                      </a:r>
                    </a:p>
                  </a:txBody>
                  <a:tcPr>
                    <a:solidFill>
                      <a:srgbClr val="98DD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Actie 2</a:t>
                      </a:r>
                    </a:p>
                  </a:txBody>
                  <a:tcPr>
                    <a:solidFill>
                      <a:srgbClr val="98DDE3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NL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rgbClr val="98DDE3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NL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rgbClr val="98D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735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Jair</a:t>
                      </a:r>
                      <a:endParaRPr lang="nl-NL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rgbClr val="98DD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Actie 2</a:t>
                      </a:r>
                    </a:p>
                  </a:txBody>
                  <a:tcPr>
                    <a:solidFill>
                      <a:srgbClr val="98DDE3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NL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rgbClr val="98DDE3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NL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rgbClr val="98D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536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Simon</a:t>
                      </a:r>
                    </a:p>
                  </a:txBody>
                  <a:tcPr>
                    <a:solidFill>
                      <a:srgbClr val="98DD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Actie 2</a:t>
                      </a:r>
                    </a:p>
                  </a:txBody>
                  <a:tcPr>
                    <a:solidFill>
                      <a:srgbClr val="98DDE3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NL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rgbClr val="98DDE3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NL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rgbClr val="98D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3620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Charlène</a:t>
                      </a:r>
                      <a:endParaRPr lang="nl-NL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rgbClr val="98DD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Actie 2</a:t>
                      </a:r>
                    </a:p>
                  </a:txBody>
                  <a:tcPr>
                    <a:solidFill>
                      <a:srgbClr val="98DDE3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NL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rgbClr val="98DDE3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NL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rgbClr val="98D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26271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Janet</a:t>
                      </a:r>
                    </a:p>
                  </a:txBody>
                  <a:tcPr>
                    <a:solidFill>
                      <a:srgbClr val="98DDE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Actie 2</a:t>
                      </a:r>
                    </a:p>
                  </a:txBody>
                  <a:tcPr>
                    <a:solidFill>
                      <a:srgbClr val="98DDE3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NL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rgbClr val="98DDE3"/>
                    </a:solidFill>
                  </a:tcPr>
                </a:tc>
                <a:tc>
                  <a:txBody>
                    <a:bodyPr/>
                    <a:lstStyle/>
                    <a:p>
                      <a:endParaRPr lang="nl-NL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>
                    <a:solidFill>
                      <a:srgbClr val="98DD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7999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49875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el 41">
            <a:extLst>
              <a:ext uri="{FF2B5EF4-FFF2-40B4-BE49-F238E27FC236}">
                <a16:creationId xmlns:a16="http://schemas.microsoft.com/office/drawing/2014/main" id="{E96550DB-93E0-DA48-896F-D0B67FF5F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533" y="357521"/>
            <a:ext cx="4205455" cy="1069780"/>
          </a:xfrm>
        </p:spPr>
        <p:txBody>
          <a:bodyPr/>
          <a:lstStyle/>
          <a:p>
            <a:r>
              <a:rPr lang="nl-NL" dirty="0"/>
              <a:t>Enthousiastelingen</a:t>
            </a:r>
          </a:p>
        </p:txBody>
      </p:sp>
      <p:sp>
        <p:nvSpPr>
          <p:cNvPr id="43" name="Tijdelijke aanduiding voor inhoud 42">
            <a:extLst>
              <a:ext uri="{FF2B5EF4-FFF2-40B4-BE49-F238E27FC236}">
                <a16:creationId xmlns:a16="http://schemas.microsoft.com/office/drawing/2014/main" id="{113A15C8-56D2-C344-86E1-C7BEB33170CF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895071" y="357522"/>
            <a:ext cx="4905632" cy="1050788"/>
          </a:xfrm>
        </p:spPr>
        <p:txBody>
          <a:bodyPr/>
          <a:lstStyle/>
          <a:p>
            <a:r>
              <a:rPr lang="nl-NL" dirty="0"/>
              <a:t>Positief </a:t>
            </a:r>
            <a:r>
              <a:rPr lang="nl-NL" dirty="0" err="1"/>
              <a:t>afwachtenden</a:t>
            </a:r>
            <a:endParaRPr lang="nl-NL" dirty="0"/>
          </a:p>
        </p:txBody>
      </p:sp>
      <p:sp>
        <p:nvSpPr>
          <p:cNvPr id="44" name="Ovaal 43">
            <a:extLst>
              <a:ext uri="{FF2B5EF4-FFF2-40B4-BE49-F238E27FC236}">
                <a16:creationId xmlns:a16="http://schemas.microsoft.com/office/drawing/2014/main" id="{56D78A6A-7B23-5A41-85BC-E92A3A1702C4}"/>
              </a:ext>
            </a:extLst>
          </p:cNvPr>
          <p:cNvSpPr/>
          <p:nvPr/>
        </p:nvSpPr>
        <p:spPr>
          <a:xfrm>
            <a:off x="2141530" y="2997494"/>
            <a:ext cx="2418113" cy="2365338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3175">
            <a:noFill/>
          </a:ln>
          <a:effectLst>
            <a:outerShdw blurRad="50800" dist="38100" dir="2700000" algn="tl" rotWithShape="0">
              <a:srgbClr val="98DDE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Ik ga het direct gebruiken</a:t>
            </a:r>
          </a:p>
        </p:txBody>
      </p:sp>
      <p:sp>
        <p:nvSpPr>
          <p:cNvPr id="45" name="Ovaal 44">
            <a:extLst>
              <a:ext uri="{FF2B5EF4-FFF2-40B4-BE49-F238E27FC236}">
                <a16:creationId xmlns:a16="http://schemas.microsoft.com/office/drawing/2014/main" id="{42D3AB87-1CC6-C24F-AA82-C338FD67F467}"/>
              </a:ext>
            </a:extLst>
          </p:cNvPr>
          <p:cNvSpPr/>
          <p:nvPr/>
        </p:nvSpPr>
        <p:spPr>
          <a:xfrm>
            <a:off x="1070614" y="4325340"/>
            <a:ext cx="1734370" cy="1696518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3175">
            <a:noFill/>
          </a:ln>
          <a:effectLst>
            <a:outerShdw blurRad="50800" dist="38100" dir="2700000" algn="tl" rotWithShape="0">
              <a:srgbClr val="98DDE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Eindelijk!</a:t>
            </a:r>
          </a:p>
        </p:txBody>
      </p:sp>
      <p:sp>
        <p:nvSpPr>
          <p:cNvPr id="46" name="Ovaal 45">
            <a:extLst>
              <a:ext uri="{FF2B5EF4-FFF2-40B4-BE49-F238E27FC236}">
                <a16:creationId xmlns:a16="http://schemas.microsoft.com/office/drawing/2014/main" id="{C3273F09-1BF9-B84D-AA40-415C166E61FE}"/>
              </a:ext>
            </a:extLst>
          </p:cNvPr>
          <p:cNvSpPr/>
          <p:nvPr/>
        </p:nvSpPr>
        <p:spPr>
          <a:xfrm>
            <a:off x="1148869" y="1639142"/>
            <a:ext cx="1956118" cy="1913426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3175">
            <a:noFill/>
          </a:ln>
          <a:effectLst>
            <a:outerShdw blurRad="50800" dist="38100" dir="2700000" algn="tl" rotWithShape="0">
              <a:srgbClr val="98DDE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Ik vind het handig voor projecten</a:t>
            </a:r>
          </a:p>
        </p:txBody>
      </p:sp>
      <p:sp>
        <p:nvSpPr>
          <p:cNvPr id="47" name="Ovaal 46">
            <a:extLst>
              <a:ext uri="{FF2B5EF4-FFF2-40B4-BE49-F238E27FC236}">
                <a16:creationId xmlns:a16="http://schemas.microsoft.com/office/drawing/2014/main" id="{BECCC6E8-D6AB-804D-9309-C5D0420D315E}"/>
              </a:ext>
            </a:extLst>
          </p:cNvPr>
          <p:cNvSpPr/>
          <p:nvPr/>
        </p:nvSpPr>
        <p:spPr>
          <a:xfrm>
            <a:off x="164449" y="2891859"/>
            <a:ext cx="1956118" cy="1913426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3175">
            <a:noFill/>
          </a:ln>
          <a:effectLst>
            <a:outerShdw blurRad="50800" dist="38100" dir="2700000" algn="tl" rotWithShape="0">
              <a:srgbClr val="98DDE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Ik vind dat we hier aan toe zijn</a:t>
            </a:r>
          </a:p>
        </p:txBody>
      </p:sp>
      <p:sp>
        <p:nvSpPr>
          <p:cNvPr id="49" name="Ovaal 48">
            <a:extLst>
              <a:ext uri="{FF2B5EF4-FFF2-40B4-BE49-F238E27FC236}">
                <a16:creationId xmlns:a16="http://schemas.microsoft.com/office/drawing/2014/main" id="{1FDD206A-9F0F-3740-9710-4D575084D9B0}"/>
              </a:ext>
            </a:extLst>
          </p:cNvPr>
          <p:cNvSpPr/>
          <p:nvPr/>
        </p:nvSpPr>
        <p:spPr>
          <a:xfrm>
            <a:off x="3336016" y="4905633"/>
            <a:ext cx="1650263" cy="1614246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3175">
            <a:noFill/>
          </a:ln>
          <a:effectLst>
            <a:outerShdw blurRad="50800" dist="38100" dir="2700000" algn="tl" rotWithShape="0">
              <a:srgbClr val="98DDE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…</a:t>
            </a:r>
          </a:p>
        </p:txBody>
      </p:sp>
      <p:sp>
        <p:nvSpPr>
          <p:cNvPr id="50" name="Ovaal 49">
            <a:extLst>
              <a:ext uri="{FF2B5EF4-FFF2-40B4-BE49-F238E27FC236}">
                <a16:creationId xmlns:a16="http://schemas.microsoft.com/office/drawing/2014/main" id="{E5D673D9-AD6E-744C-8668-2F65AEB037F8}"/>
              </a:ext>
            </a:extLst>
          </p:cNvPr>
          <p:cNvSpPr/>
          <p:nvPr/>
        </p:nvSpPr>
        <p:spPr>
          <a:xfrm>
            <a:off x="3130070" y="1390505"/>
            <a:ext cx="2172406" cy="2124993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3175">
            <a:noFill/>
          </a:ln>
          <a:effectLst>
            <a:outerShdw blurRad="50800" dist="38100" dir="2700000" algn="tl" rotWithShape="0">
              <a:srgbClr val="98DDE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…</a:t>
            </a:r>
          </a:p>
        </p:txBody>
      </p:sp>
      <p:sp>
        <p:nvSpPr>
          <p:cNvPr id="51" name="Ovaal 50">
            <a:extLst>
              <a:ext uri="{FF2B5EF4-FFF2-40B4-BE49-F238E27FC236}">
                <a16:creationId xmlns:a16="http://schemas.microsoft.com/office/drawing/2014/main" id="{F07AE4D0-BC40-9749-AE9C-CFB8B9985E82}"/>
              </a:ext>
            </a:extLst>
          </p:cNvPr>
          <p:cNvSpPr/>
          <p:nvPr/>
        </p:nvSpPr>
        <p:spPr>
          <a:xfrm>
            <a:off x="4168038" y="3216876"/>
            <a:ext cx="1650263" cy="1614246"/>
          </a:xfrm>
          <a:prstGeom prst="ellipse">
            <a:avLst/>
          </a:prstGeom>
          <a:solidFill>
            <a:schemeClr val="accent1">
              <a:alpha val="80000"/>
            </a:schemeClr>
          </a:solidFill>
          <a:ln w="3175">
            <a:noFill/>
          </a:ln>
          <a:effectLst>
            <a:outerShdw blurRad="50800" dist="38100" dir="2700000" algn="tl" rotWithShape="0">
              <a:srgbClr val="98DDE3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…</a:t>
            </a:r>
          </a:p>
        </p:txBody>
      </p:sp>
      <p:sp>
        <p:nvSpPr>
          <p:cNvPr id="52" name="Ovaal 51">
            <a:extLst>
              <a:ext uri="{FF2B5EF4-FFF2-40B4-BE49-F238E27FC236}">
                <a16:creationId xmlns:a16="http://schemas.microsoft.com/office/drawing/2014/main" id="{3FCD434A-9D1D-E043-956A-BB188D2CCB9A}"/>
              </a:ext>
            </a:extLst>
          </p:cNvPr>
          <p:cNvSpPr/>
          <p:nvPr/>
        </p:nvSpPr>
        <p:spPr>
          <a:xfrm>
            <a:off x="8336384" y="2915116"/>
            <a:ext cx="2418113" cy="2365338"/>
          </a:xfrm>
          <a:prstGeom prst="ellipse">
            <a:avLst/>
          </a:prstGeom>
          <a:solidFill>
            <a:schemeClr val="accent6">
              <a:alpha val="9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Ik wacht even mijn collega’s af</a:t>
            </a:r>
          </a:p>
        </p:txBody>
      </p:sp>
      <p:sp>
        <p:nvSpPr>
          <p:cNvPr id="53" name="Ovaal 52">
            <a:extLst>
              <a:ext uri="{FF2B5EF4-FFF2-40B4-BE49-F238E27FC236}">
                <a16:creationId xmlns:a16="http://schemas.microsoft.com/office/drawing/2014/main" id="{F392C4E5-DF8C-3149-9A0C-7A77AA23CC46}"/>
              </a:ext>
            </a:extLst>
          </p:cNvPr>
          <p:cNvSpPr/>
          <p:nvPr/>
        </p:nvSpPr>
        <p:spPr>
          <a:xfrm>
            <a:off x="7265468" y="4242962"/>
            <a:ext cx="1734370" cy="1696518"/>
          </a:xfrm>
          <a:prstGeom prst="ellipse">
            <a:avLst/>
          </a:prstGeom>
          <a:solidFill>
            <a:schemeClr val="accent6">
              <a:alpha val="9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…</a:t>
            </a:r>
          </a:p>
        </p:txBody>
      </p:sp>
      <p:sp>
        <p:nvSpPr>
          <p:cNvPr id="54" name="Ovaal 53">
            <a:extLst>
              <a:ext uri="{FF2B5EF4-FFF2-40B4-BE49-F238E27FC236}">
                <a16:creationId xmlns:a16="http://schemas.microsoft.com/office/drawing/2014/main" id="{DD3B8045-3A84-384F-8E58-7F2EB106FBBB}"/>
              </a:ext>
            </a:extLst>
          </p:cNvPr>
          <p:cNvSpPr/>
          <p:nvPr/>
        </p:nvSpPr>
        <p:spPr>
          <a:xfrm>
            <a:off x="7343723" y="1556764"/>
            <a:ext cx="1956118" cy="1913426"/>
          </a:xfrm>
          <a:prstGeom prst="ellipse">
            <a:avLst/>
          </a:prstGeom>
          <a:solidFill>
            <a:schemeClr val="accent6">
              <a:alpha val="9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Misschien is het wel handig</a:t>
            </a:r>
          </a:p>
        </p:txBody>
      </p:sp>
      <p:sp>
        <p:nvSpPr>
          <p:cNvPr id="55" name="Ovaal 54">
            <a:extLst>
              <a:ext uri="{FF2B5EF4-FFF2-40B4-BE49-F238E27FC236}">
                <a16:creationId xmlns:a16="http://schemas.microsoft.com/office/drawing/2014/main" id="{6984BD34-A4F1-1344-B7DB-3F853079E656}"/>
              </a:ext>
            </a:extLst>
          </p:cNvPr>
          <p:cNvSpPr/>
          <p:nvPr/>
        </p:nvSpPr>
        <p:spPr>
          <a:xfrm>
            <a:off x="6359303" y="2809481"/>
            <a:ext cx="1956118" cy="1913426"/>
          </a:xfrm>
          <a:prstGeom prst="ellipse">
            <a:avLst/>
          </a:prstGeom>
          <a:solidFill>
            <a:schemeClr val="accent6">
              <a:alpha val="9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Ik vind dat er voor- en nadelen aan zitten</a:t>
            </a:r>
          </a:p>
        </p:txBody>
      </p:sp>
      <p:sp>
        <p:nvSpPr>
          <p:cNvPr id="56" name="Ovaal 55">
            <a:extLst>
              <a:ext uri="{FF2B5EF4-FFF2-40B4-BE49-F238E27FC236}">
                <a16:creationId xmlns:a16="http://schemas.microsoft.com/office/drawing/2014/main" id="{5FA62227-BCDF-5C4F-86D7-099FF31282E8}"/>
              </a:ext>
            </a:extLst>
          </p:cNvPr>
          <p:cNvSpPr/>
          <p:nvPr/>
        </p:nvSpPr>
        <p:spPr>
          <a:xfrm>
            <a:off x="9530870" y="4823255"/>
            <a:ext cx="1650263" cy="1614246"/>
          </a:xfrm>
          <a:prstGeom prst="ellipse">
            <a:avLst/>
          </a:prstGeom>
          <a:solidFill>
            <a:schemeClr val="accent6">
              <a:alpha val="9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…</a:t>
            </a:r>
          </a:p>
        </p:txBody>
      </p:sp>
      <p:sp>
        <p:nvSpPr>
          <p:cNvPr id="57" name="Ovaal 56">
            <a:extLst>
              <a:ext uri="{FF2B5EF4-FFF2-40B4-BE49-F238E27FC236}">
                <a16:creationId xmlns:a16="http://schemas.microsoft.com/office/drawing/2014/main" id="{1F3660A8-5684-004F-BA14-F1A033958FD1}"/>
              </a:ext>
            </a:extLst>
          </p:cNvPr>
          <p:cNvSpPr/>
          <p:nvPr/>
        </p:nvSpPr>
        <p:spPr>
          <a:xfrm>
            <a:off x="9324924" y="1308127"/>
            <a:ext cx="2172406" cy="2124993"/>
          </a:xfrm>
          <a:prstGeom prst="ellipse">
            <a:avLst/>
          </a:prstGeom>
          <a:solidFill>
            <a:schemeClr val="accent6">
              <a:alpha val="9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Ik vind het allemaal een beetje spannend!</a:t>
            </a:r>
          </a:p>
        </p:txBody>
      </p:sp>
      <p:sp>
        <p:nvSpPr>
          <p:cNvPr id="58" name="Ovaal 57">
            <a:extLst>
              <a:ext uri="{FF2B5EF4-FFF2-40B4-BE49-F238E27FC236}">
                <a16:creationId xmlns:a16="http://schemas.microsoft.com/office/drawing/2014/main" id="{6E2D9D95-9C13-4043-ADE8-185891A8BCB7}"/>
              </a:ext>
            </a:extLst>
          </p:cNvPr>
          <p:cNvSpPr/>
          <p:nvPr/>
        </p:nvSpPr>
        <p:spPr>
          <a:xfrm>
            <a:off x="10362892" y="3134498"/>
            <a:ext cx="1650263" cy="1614246"/>
          </a:xfrm>
          <a:prstGeom prst="ellipse">
            <a:avLst/>
          </a:prstGeom>
          <a:solidFill>
            <a:schemeClr val="accent6">
              <a:alpha val="9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013878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E4E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Afbeelding 22">
            <a:extLst>
              <a:ext uri="{FF2B5EF4-FFF2-40B4-BE49-F238E27FC236}">
                <a16:creationId xmlns:a16="http://schemas.microsoft.com/office/drawing/2014/main" id="{93F2F7D8-36BB-6048-AF0C-228C9DDB97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52" t="15566" r="7488"/>
          <a:stretch>
            <a:fillRect/>
          </a:stretch>
        </p:blipFill>
        <p:spPr>
          <a:xfrm>
            <a:off x="6550429" y="2008992"/>
            <a:ext cx="2160492" cy="2139573"/>
          </a:xfrm>
          <a:custGeom>
            <a:avLst/>
            <a:gdLst>
              <a:gd name="connsiteX0" fmla="*/ 1080246 w 2160492"/>
              <a:gd name="connsiteY0" fmla="*/ 0 h 2139573"/>
              <a:gd name="connsiteX1" fmla="*/ 2160492 w 2160492"/>
              <a:gd name="connsiteY1" fmla="*/ 1080246 h 2139573"/>
              <a:gd name="connsiteX2" fmla="*/ 1297953 w 2160492"/>
              <a:gd name="connsiteY2" fmla="*/ 2138545 h 2139573"/>
              <a:gd name="connsiteX3" fmla="*/ 1291219 w 2160492"/>
              <a:gd name="connsiteY3" fmla="*/ 2139573 h 2139573"/>
              <a:gd name="connsiteX4" fmla="*/ 869273 w 2160492"/>
              <a:gd name="connsiteY4" fmla="*/ 2139573 h 2139573"/>
              <a:gd name="connsiteX5" fmla="*/ 862539 w 2160492"/>
              <a:gd name="connsiteY5" fmla="*/ 2138545 h 2139573"/>
              <a:gd name="connsiteX6" fmla="*/ 0 w 2160492"/>
              <a:gd name="connsiteY6" fmla="*/ 1080246 h 2139573"/>
              <a:gd name="connsiteX7" fmla="*/ 1080246 w 2160492"/>
              <a:gd name="connsiteY7" fmla="*/ 0 h 2139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60492" h="2139573">
                <a:moveTo>
                  <a:pt x="1080246" y="0"/>
                </a:moveTo>
                <a:cubicBezTo>
                  <a:pt x="1676849" y="0"/>
                  <a:pt x="2160492" y="483643"/>
                  <a:pt x="2160492" y="1080246"/>
                </a:cubicBezTo>
                <a:cubicBezTo>
                  <a:pt x="2160492" y="1602274"/>
                  <a:pt x="1790203" y="2037816"/>
                  <a:pt x="1297953" y="2138545"/>
                </a:cubicBezTo>
                <a:lnTo>
                  <a:pt x="1291219" y="2139573"/>
                </a:lnTo>
                <a:lnTo>
                  <a:pt x="869273" y="2139573"/>
                </a:lnTo>
                <a:lnTo>
                  <a:pt x="862539" y="2138545"/>
                </a:lnTo>
                <a:cubicBezTo>
                  <a:pt x="370289" y="2037816"/>
                  <a:pt x="0" y="1602274"/>
                  <a:pt x="0" y="1080246"/>
                </a:cubicBezTo>
                <a:cubicBezTo>
                  <a:pt x="0" y="483643"/>
                  <a:pt x="483643" y="0"/>
                  <a:pt x="1080246" y="0"/>
                </a:cubicBezTo>
                <a:close/>
              </a:path>
            </a:pathLst>
          </a:custGeom>
        </p:spPr>
      </p:pic>
      <p:pic>
        <p:nvPicPr>
          <p:cNvPr id="22" name="Afbeelding 21">
            <a:extLst>
              <a:ext uri="{FF2B5EF4-FFF2-40B4-BE49-F238E27FC236}">
                <a16:creationId xmlns:a16="http://schemas.microsoft.com/office/drawing/2014/main" id="{1A179505-4FEE-9349-8219-1D993F69FC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11" t="5019" r="5413" b="5390"/>
          <a:stretch>
            <a:fillRect/>
          </a:stretch>
        </p:blipFill>
        <p:spPr>
          <a:xfrm>
            <a:off x="3513741" y="2000284"/>
            <a:ext cx="2160492" cy="2160492"/>
          </a:xfrm>
          <a:custGeom>
            <a:avLst/>
            <a:gdLst>
              <a:gd name="connsiteX0" fmla="*/ 1080246 w 2160492"/>
              <a:gd name="connsiteY0" fmla="*/ 0 h 2160492"/>
              <a:gd name="connsiteX1" fmla="*/ 2160492 w 2160492"/>
              <a:gd name="connsiteY1" fmla="*/ 1080246 h 2160492"/>
              <a:gd name="connsiteX2" fmla="*/ 1080246 w 2160492"/>
              <a:gd name="connsiteY2" fmla="*/ 2160492 h 2160492"/>
              <a:gd name="connsiteX3" fmla="*/ 0 w 2160492"/>
              <a:gd name="connsiteY3" fmla="*/ 1080246 h 2160492"/>
              <a:gd name="connsiteX4" fmla="*/ 1080246 w 2160492"/>
              <a:gd name="connsiteY4" fmla="*/ 0 h 216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492" h="2160492">
                <a:moveTo>
                  <a:pt x="1080246" y="0"/>
                </a:moveTo>
                <a:cubicBezTo>
                  <a:pt x="1676849" y="0"/>
                  <a:pt x="2160492" y="483643"/>
                  <a:pt x="2160492" y="1080246"/>
                </a:cubicBezTo>
                <a:cubicBezTo>
                  <a:pt x="2160492" y="1676849"/>
                  <a:pt x="1676849" y="2160492"/>
                  <a:pt x="1080246" y="2160492"/>
                </a:cubicBezTo>
                <a:cubicBezTo>
                  <a:pt x="483643" y="2160492"/>
                  <a:pt x="0" y="1676849"/>
                  <a:pt x="0" y="1080246"/>
                </a:cubicBezTo>
                <a:cubicBezTo>
                  <a:pt x="0" y="483643"/>
                  <a:pt x="483643" y="0"/>
                  <a:pt x="1080246" y="0"/>
                </a:cubicBezTo>
                <a:close/>
              </a:path>
            </a:pathLst>
          </a:cu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E5C9D238-B559-4C49-9247-929ED71BED6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922" t="10967" r="1487"/>
          <a:stretch>
            <a:fillRect/>
          </a:stretch>
        </p:blipFill>
        <p:spPr>
          <a:xfrm>
            <a:off x="477054" y="2000283"/>
            <a:ext cx="2160492" cy="2147045"/>
          </a:xfrm>
          <a:custGeom>
            <a:avLst/>
            <a:gdLst>
              <a:gd name="connsiteX0" fmla="*/ 1080246 w 2160492"/>
              <a:gd name="connsiteY0" fmla="*/ 0 h 2147045"/>
              <a:gd name="connsiteX1" fmla="*/ 2160492 w 2160492"/>
              <a:gd name="connsiteY1" fmla="*/ 1080246 h 2147045"/>
              <a:gd name="connsiteX2" fmla="*/ 1297953 w 2160492"/>
              <a:gd name="connsiteY2" fmla="*/ 2138545 h 2147045"/>
              <a:gd name="connsiteX3" fmla="*/ 1242260 w 2160492"/>
              <a:gd name="connsiteY3" fmla="*/ 2147045 h 2147045"/>
              <a:gd name="connsiteX4" fmla="*/ 918232 w 2160492"/>
              <a:gd name="connsiteY4" fmla="*/ 2147045 h 2147045"/>
              <a:gd name="connsiteX5" fmla="*/ 862539 w 2160492"/>
              <a:gd name="connsiteY5" fmla="*/ 2138545 h 2147045"/>
              <a:gd name="connsiteX6" fmla="*/ 0 w 2160492"/>
              <a:gd name="connsiteY6" fmla="*/ 1080246 h 2147045"/>
              <a:gd name="connsiteX7" fmla="*/ 1080246 w 2160492"/>
              <a:gd name="connsiteY7" fmla="*/ 0 h 2147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60492" h="2147045">
                <a:moveTo>
                  <a:pt x="1080246" y="0"/>
                </a:moveTo>
                <a:cubicBezTo>
                  <a:pt x="1676849" y="0"/>
                  <a:pt x="2160492" y="483643"/>
                  <a:pt x="2160492" y="1080246"/>
                </a:cubicBezTo>
                <a:cubicBezTo>
                  <a:pt x="2160492" y="1602274"/>
                  <a:pt x="1790203" y="2037816"/>
                  <a:pt x="1297953" y="2138545"/>
                </a:cubicBezTo>
                <a:lnTo>
                  <a:pt x="1242260" y="2147045"/>
                </a:lnTo>
                <a:lnTo>
                  <a:pt x="918232" y="2147045"/>
                </a:lnTo>
                <a:lnTo>
                  <a:pt x="862539" y="2138545"/>
                </a:lnTo>
                <a:cubicBezTo>
                  <a:pt x="370289" y="2037816"/>
                  <a:pt x="0" y="1602274"/>
                  <a:pt x="0" y="1080246"/>
                </a:cubicBezTo>
                <a:cubicBezTo>
                  <a:pt x="0" y="483643"/>
                  <a:pt x="483643" y="0"/>
                  <a:pt x="1080246" y="0"/>
                </a:cubicBezTo>
                <a:close/>
              </a:path>
            </a:pathLst>
          </a:custGeom>
        </p:spPr>
      </p:pic>
      <p:pic>
        <p:nvPicPr>
          <p:cNvPr id="24" name="Afbeelding 23">
            <a:extLst>
              <a:ext uri="{FF2B5EF4-FFF2-40B4-BE49-F238E27FC236}">
                <a16:creationId xmlns:a16="http://schemas.microsoft.com/office/drawing/2014/main" id="{066FECA2-D7DE-2244-B48B-B60F792AB96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576" t="9665" r="4833" b="744"/>
          <a:stretch>
            <a:fillRect/>
          </a:stretch>
        </p:blipFill>
        <p:spPr>
          <a:xfrm>
            <a:off x="9606098" y="2000283"/>
            <a:ext cx="2160492" cy="2160492"/>
          </a:xfrm>
          <a:custGeom>
            <a:avLst/>
            <a:gdLst>
              <a:gd name="connsiteX0" fmla="*/ 1080246 w 2160492"/>
              <a:gd name="connsiteY0" fmla="*/ 0 h 2160492"/>
              <a:gd name="connsiteX1" fmla="*/ 2160492 w 2160492"/>
              <a:gd name="connsiteY1" fmla="*/ 1080246 h 2160492"/>
              <a:gd name="connsiteX2" fmla="*/ 1080246 w 2160492"/>
              <a:gd name="connsiteY2" fmla="*/ 2160492 h 2160492"/>
              <a:gd name="connsiteX3" fmla="*/ 0 w 2160492"/>
              <a:gd name="connsiteY3" fmla="*/ 1080246 h 2160492"/>
              <a:gd name="connsiteX4" fmla="*/ 1080246 w 2160492"/>
              <a:gd name="connsiteY4" fmla="*/ 0 h 216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0492" h="2160492">
                <a:moveTo>
                  <a:pt x="1080246" y="0"/>
                </a:moveTo>
                <a:cubicBezTo>
                  <a:pt x="1676849" y="0"/>
                  <a:pt x="2160492" y="483643"/>
                  <a:pt x="2160492" y="1080246"/>
                </a:cubicBezTo>
                <a:cubicBezTo>
                  <a:pt x="2160492" y="1676849"/>
                  <a:pt x="1676849" y="2160492"/>
                  <a:pt x="1080246" y="2160492"/>
                </a:cubicBezTo>
                <a:cubicBezTo>
                  <a:pt x="483643" y="2160492"/>
                  <a:pt x="0" y="1676849"/>
                  <a:pt x="0" y="1080246"/>
                </a:cubicBezTo>
                <a:cubicBezTo>
                  <a:pt x="0" y="483643"/>
                  <a:pt x="483643" y="0"/>
                  <a:pt x="1080246" y="0"/>
                </a:cubicBezTo>
                <a:close/>
              </a:path>
            </a:pathLst>
          </a:custGeom>
        </p:spPr>
      </p:pic>
      <p:sp>
        <p:nvSpPr>
          <p:cNvPr id="11" name="Titel 10">
            <a:extLst>
              <a:ext uri="{FF2B5EF4-FFF2-40B4-BE49-F238E27FC236}">
                <a16:creationId xmlns:a16="http://schemas.microsoft.com/office/drawing/2014/main" id="{B533EE01-38D6-DC41-80D7-BD77076D0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nl-NL" dirty="0">
                <a:solidFill>
                  <a:schemeClr val="bg1"/>
                </a:solidFill>
              </a:rPr>
              <a:t>Contact</a:t>
            </a:r>
          </a:p>
        </p:txBody>
      </p:sp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2E791EC2-6BC4-BB4D-89CD-7343C8D361E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nl-NL" dirty="0"/>
              <a:t>Esmée Burger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E64F5F82-774C-364F-A25F-506758F0E83E}"/>
              </a:ext>
            </a:extLst>
          </p:cNvPr>
          <p:cNvSpPr>
            <a:spLocks noGrp="1"/>
          </p:cNvSpPr>
          <p:nvPr>
            <p:ph type="body" sz="half" idx="13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Adviseur zorg &amp; Welzijn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6173680-941A-294A-B203-1E3E963F41F9}"/>
              </a:ext>
            </a:extLst>
          </p:cNvPr>
          <p:cNvSpPr>
            <a:spLocks noGrp="1"/>
          </p:cNvSpPr>
          <p:nvPr>
            <p:ph type="body" sz="half" idx="14"/>
          </p:nvPr>
        </p:nvSpPr>
        <p:spPr/>
        <p:txBody>
          <a:bodyPr/>
          <a:lstStyle/>
          <a:p>
            <a:r>
              <a:rPr lang="nl-NL" dirty="0"/>
              <a:t>06 511 244 04 | 088 0232 000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7CF5208-E2BC-354C-8892-86C758806CDA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>
            <a:normAutofit/>
          </a:bodyPr>
          <a:lstStyle/>
          <a:p>
            <a:r>
              <a:rPr lang="nl-NL" dirty="0" err="1"/>
              <a:t>esmeeburgers@embracesbs.com</a:t>
            </a:r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9DCBFF4D-EC7A-1B4C-B674-FE889EE80A38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r>
              <a:rPr lang="nl-NL" dirty="0"/>
              <a:t>Edwin Cnossen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E95DFBD7-51B6-8640-AC0A-9AF0A32FA3DF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3352800" y="4826820"/>
            <a:ext cx="2647405" cy="216075"/>
          </a:xfrm>
        </p:spPr>
        <p:txBody>
          <a:bodyPr>
            <a:normAutofit fontScale="92500"/>
          </a:bodyPr>
          <a:lstStyle/>
          <a:p>
            <a:r>
              <a:rPr lang="nl-NL" dirty="0"/>
              <a:t>Adviseur overheid &amp; onderwijs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17132601-A13E-5F42-A8A2-37A56E765E76}"/>
              </a:ext>
            </a:extLst>
          </p:cNvPr>
          <p:cNvSpPr>
            <a:spLocks noGrp="1"/>
          </p:cNvSpPr>
          <p:nvPr>
            <p:ph type="body" sz="half" idx="18"/>
          </p:nvPr>
        </p:nvSpPr>
        <p:spPr/>
        <p:txBody>
          <a:bodyPr/>
          <a:lstStyle/>
          <a:p>
            <a:r>
              <a:rPr lang="nl-NL" dirty="0"/>
              <a:t>06 511 244 04 | 088 0232 000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90786743-3041-F04C-A155-12D9E82AA057}"/>
              </a:ext>
            </a:extLst>
          </p:cNvPr>
          <p:cNvSpPr>
            <a:spLocks noGrp="1"/>
          </p:cNvSpPr>
          <p:nvPr>
            <p:ph type="body" sz="half" idx="19"/>
          </p:nvPr>
        </p:nvSpPr>
        <p:spPr/>
        <p:txBody>
          <a:bodyPr>
            <a:normAutofit/>
          </a:bodyPr>
          <a:lstStyle/>
          <a:p>
            <a:r>
              <a:rPr lang="nl-NL" dirty="0" err="1"/>
              <a:t>edwincnossen@embracesbs.com</a:t>
            </a:r>
            <a:endParaRPr lang="nl-NL" dirty="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B695BB92-BD58-F34D-A092-31E39756D02B}"/>
              </a:ext>
            </a:extLst>
          </p:cNvPr>
          <p:cNvSpPr>
            <a:spLocks noGrp="1"/>
          </p:cNvSpPr>
          <p:nvPr>
            <p:ph type="body" sz="half" idx="20"/>
          </p:nvPr>
        </p:nvSpPr>
        <p:spPr/>
        <p:txBody>
          <a:bodyPr/>
          <a:lstStyle/>
          <a:p>
            <a:r>
              <a:rPr lang="nl-NL" dirty="0" err="1"/>
              <a:t>Dolon</a:t>
            </a:r>
            <a:r>
              <a:rPr lang="nl-NL" dirty="0"/>
              <a:t> Knol</a:t>
            </a:r>
          </a:p>
        </p:txBody>
      </p:sp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21717363-9CB7-7847-876E-7048366B48CB}"/>
              </a:ext>
            </a:extLst>
          </p:cNvPr>
          <p:cNvSpPr>
            <a:spLocks noGrp="1"/>
          </p:cNvSpPr>
          <p:nvPr>
            <p:ph type="body" sz="half" idx="21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Accountmanager</a:t>
            </a:r>
          </a:p>
        </p:txBody>
      </p:sp>
      <p:sp>
        <p:nvSpPr>
          <p:cNvPr id="13" name="Tijdelijke aanduiding voor tekst 12">
            <a:extLst>
              <a:ext uri="{FF2B5EF4-FFF2-40B4-BE49-F238E27FC236}">
                <a16:creationId xmlns:a16="http://schemas.microsoft.com/office/drawing/2014/main" id="{DAD3223E-6F35-B949-9CB2-E38A55B8099A}"/>
              </a:ext>
            </a:extLst>
          </p:cNvPr>
          <p:cNvSpPr>
            <a:spLocks noGrp="1"/>
          </p:cNvSpPr>
          <p:nvPr>
            <p:ph type="body" sz="half" idx="22"/>
          </p:nvPr>
        </p:nvSpPr>
        <p:spPr/>
        <p:txBody>
          <a:bodyPr/>
          <a:lstStyle/>
          <a:p>
            <a:r>
              <a:rPr lang="nl-NL" dirty="0"/>
              <a:t>06 511 244 04 | 088 0232 000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7117D813-B6AB-024B-A9B5-870851BF1CE8}"/>
              </a:ext>
            </a:extLst>
          </p:cNvPr>
          <p:cNvSpPr>
            <a:spLocks noGrp="1"/>
          </p:cNvSpPr>
          <p:nvPr>
            <p:ph type="body" sz="half" idx="23"/>
          </p:nvPr>
        </p:nvSpPr>
        <p:spPr/>
        <p:txBody>
          <a:bodyPr/>
          <a:lstStyle/>
          <a:p>
            <a:r>
              <a:rPr lang="nl-NL" dirty="0" err="1"/>
              <a:t>dolonknol@embracesbs.com</a:t>
            </a:r>
            <a:endParaRPr lang="nl-NL" dirty="0"/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859AAF8B-CB06-144B-BC77-0E7E6B301265}"/>
              </a:ext>
            </a:extLst>
          </p:cNvPr>
          <p:cNvSpPr>
            <a:spLocks noGrp="1"/>
          </p:cNvSpPr>
          <p:nvPr>
            <p:ph type="body" sz="half" idx="24"/>
          </p:nvPr>
        </p:nvSpPr>
        <p:spPr/>
        <p:txBody>
          <a:bodyPr/>
          <a:lstStyle/>
          <a:p>
            <a:r>
              <a:rPr lang="nl-NL" dirty="0"/>
              <a:t>Paul Goedhart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EC56FF04-D5F1-DE4F-994C-4788B835C802}"/>
              </a:ext>
            </a:extLst>
          </p:cNvPr>
          <p:cNvSpPr>
            <a:spLocks noGrp="1"/>
          </p:cNvSpPr>
          <p:nvPr>
            <p:ph type="body" sz="half" idx="25"/>
          </p:nvPr>
        </p:nvSpPr>
        <p:spPr/>
        <p:txBody>
          <a:bodyPr>
            <a:normAutofit lnSpcReduction="10000"/>
          </a:bodyPr>
          <a:lstStyle/>
          <a:p>
            <a:r>
              <a:rPr lang="nl-NL" dirty="0"/>
              <a:t>Adviseur zakelijk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25024447-853F-9547-A283-ED778E9C5FE2}"/>
              </a:ext>
            </a:extLst>
          </p:cNvPr>
          <p:cNvSpPr>
            <a:spLocks noGrp="1"/>
          </p:cNvSpPr>
          <p:nvPr>
            <p:ph type="body" sz="half" idx="26"/>
          </p:nvPr>
        </p:nvSpPr>
        <p:spPr/>
        <p:txBody>
          <a:bodyPr/>
          <a:lstStyle/>
          <a:p>
            <a:r>
              <a:rPr lang="nl-NL" dirty="0"/>
              <a:t>06 511 244 04 | 088 0232 000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5C5A9710-2C62-CE4D-B8F8-6DA4DE211269}"/>
              </a:ext>
            </a:extLst>
          </p:cNvPr>
          <p:cNvSpPr>
            <a:spLocks noGrp="1"/>
          </p:cNvSpPr>
          <p:nvPr>
            <p:ph type="body" sz="half" idx="27"/>
          </p:nvPr>
        </p:nvSpPr>
        <p:spPr/>
        <p:txBody>
          <a:bodyPr/>
          <a:lstStyle/>
          <a:p>
            <a:r>
              <a:rPr lang="nl-NL" dirty="0" err="1"/>
              <a:t>paulgoedhart@embracesbs.com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459481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Embrace kleurenpalet">
      <a:dk1>
        <a:srgbClr val="000000"/>
      </a:dk1>
      <a:lt1>
        <a:srgbClr val="FFFFFF"/>
      </a:lt1>
      <a:dk2>
        <a:srgbClr val="16A7B6"/>
      </a:dk2>
      <a:lt2>
        <a:srgbClr val="66CAD3"/>
      </a:lt2>
      <a:accent1>
        <a:srgbClr val="99DCE2"/>
      </a:accent1>
      <a:accent2>
        <a:srgbClr val="CCEDF0"/>
      </a:accent2>
      <a:accent3>
        <a:srgbClr val="302463"/>
      </a:accent3>
      <a:accent4>
        <a:srgbClr val="5E4EA0"/>
      </a:accent4>
      <a:accent5>
        <a:srgbClr val="DCD8EA"/>
      </a:accent5>
      <a:accent6>
        <a:srgbClr val="04162E"/>
      </a:accent6>
      <a:hlink>
        <a:srgbClr val="D8E9ED"/>
      </a:hlink>
      <a:folHlink>
        <a:srgbClr val="D8E9E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2086</TotalTime>
  <Words>468</Words>
  <Application>Microsoft Macintosh PowerPoint</Application>
  <PresentationFormat>Breedbeeld</PresentationFormat>
  <Paragraphs>177</Paragraphs>
  <Slides>18</Slides>
  <Notes>2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18</vt:i4>
      </vt:variant>
    </vt:vector>
  </HeadingPairs>
  <TitlesOfParts>
    <vt:vector size="24" baseType="lpstr">
      <vt:lpstr>Arial</vt:lpstr>
      <vt:lpstr>Calibri</vt:lpstr>
      <vt:lpstr>Chrono</vt:lpstr>
      <vt:lpstr>Chrono Medium</vt:lpstr>
      <vt:lpstr>Roboto</vt:lpstr>
      <vt:lpstr>Kantoorthema</vt:lpstr>
      <vt:lpstr>PowerPoint-presentatie</vt:lpstr>
      <vt:lpstr>Presentatie template voor Embrace consultants</vt:lpstr>
      <vt:lpstr>Agenda</vt:lpstr>
      <vt:lpstr>Agenda</vt:lpstr>
      <vt:lpstr>PowerPoint-presentatie</vt:lpstr>
      <vt:lpstr>Wie zijn wij?</vt:lpstr>
      <vt:lpstr>Ons team</vt:lpstr>
      <vt:lpstr>Op deze slide passen 4 thema’s</vt:lpstr>
      <vt:lpstr>Hier is ruimte voor 4 thema’s en een korte toelichting</vt:lpstr>
      <vt:lpstr>Hier is ruimte voor 6 thema’s</vt:lpstr>
      <vt:lpstr>Implementatietips</vt:lpstr>
      <vt:lpstr>Implementatie tips</vt:lpstr>
      <vt:lpstr>Implementatie tips</vt:lpstr>
      <vt:lpstr>Projectaanpak</vt:lpstr>
      <vt:lpstr>Een tabel maak je zo</vt:lpstr>
      <vt:lpstr>Of.. zo</vt:lpstr>
      <vt:lpstr>Enthousiastelingen</vt:lpstr>
      <vt:lpstr>Contact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Klaas Nicolay</dc:creator>
  <cp:lastModifiedBy>Klaas Nicolay</cp:lastModifiedBy>
  <cp:revision>153</cp:revision>
  <dcterms:created xsi:type="dcterms:W3CDTF">2019-05-28T14:32:53Z</dcterms:created>
  <dcterms:modified xsi:type="dcterms:W3CDTF">2019-06-19T09:24:30Z</dcterms:modified>
</cp:coreProperties>
</file>