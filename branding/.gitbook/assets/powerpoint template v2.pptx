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7" r:id="rId4"/>
    <p:sldId id="260" r:id="rId5"/>
    <p:sldId id="278" r:id="rId6"/>
    <p:sldId id="262" r:id="rId7"/>
    <p:sldId id="279" r:id="rId8"/>
    <p:sldId id="286" r:id="rId9"/>
    <p:sldId id="284" r:id="rId10"/>
    <p:sldId id="285" r:id="rId11"/>
    <p:sldId id="287" r:id="rId1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pos="71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162E"/>
    <a:srgbClr val="16A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88854-0BEB-2746-8BDC-E414CFBFF01E}" v="338" dt="2019-04-03T09:18:14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979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200" y="1264"/>
      </p:cViewPr>
      <p:guideLst>
        <p:guide orient="horz" pos="777"/>
        <p:guide pos="71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62E7-B8E6-4FDE-B82A-9E439EA8B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CA41E-5758-4CF6-A2F5-4C5EEF83D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9E6E6-8583-460E-A253-F374FF40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03-04-19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81163-F8E0-4D20-985C-7E5773A7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6D97D-66DB-45DB-A4A6-535F8B56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691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09F5-AC96-4338-912A-6E28FE85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5FA75-CDF7-451C-B85C-3211993F6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3994A-1F51-4753-A740-C0241163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03-04-19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DD7F8-F900-497B-8C1F-1C81886C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E6D6-4B9C-4AEE-838A-7F279409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64375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ECAF-57C2-42CC-BCE4-13771A03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77006-B36E-491A-A12C-10F3B898D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C0F72-116B-451C-BCA9-F16CA915B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03-04-19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7D6F0-F85B-4EFE-955F-3FD407F84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7988-38D1-41F2-95AB-FF67824B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0609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D837-BE0C-4CA3-95F2-899D24550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FFB46-F976-4846-80B3-59DB95A05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47CF2-C1F8-4962-932E-5ED70B643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24B3A-74C8-48B4-A76B-5EEA3F504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03-04-19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76131-641F-4227-BD71-2F91C64D4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0CAAC-EF04-4EE8-9340-8B73956B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6371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41A4-C4A0-422B-934E-9A6FB2B88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32BDF-F2FD-46BB-92E5-2C5B277BB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DBF53-D1CB-4947-8B65-9AA57D389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86E688-0470-473A-BAC9-77E409C54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07FAE-65A0-4E52-BABE-59638ABA3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273A90-2232-44BE-9267-4782E1FE3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03-04-19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A0E13D-7926-4E9D-A32C-A6B89CFE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E7A630-94FD-47CE-AA4C-193516E6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5442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2AC4A-4288-4F74-8EF3-5B5444EC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5796AA-2345-46DE-AE67-03236D642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03-04-19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B4F4F-8695-4DD9-8A52-76590981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8FAC6-34CB-42CF-8FCB-4CDB2C88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8526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56B04-9197-4C24-AE2D-D06C7F25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03-04-19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CE6D4-BFBA-47F9-84F3-5FA9BF7E3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C7776-02E1-4D68-A514-B027C3A3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3073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8836-A801-4C94-BCC4-A4822AA5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FF638-5969-48C5-B555-0EB5BC74A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033FD-8ED2-40A7-9D4E-75313D2CF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609D6-1C21-4368-92B7-165A8C37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03-04-19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D2D5C-414A-45F1-9DE2-722AA177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F348-E282-41D1-8DAA-D96BD80B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8792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4EE1D-C235-4499-95EA-53A24F1BF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4E7345-F7CC-4943-B732-B810AED26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F5915-AEC7-45F6-B073-A011C2B61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36BEB-3994-4E14-B17F-1922F4BB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03-04-19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6555F-A085-4AC0-9BC7-BE1E982F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C80B7-74FC-4457-B53C-C41BDC1E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3285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FBB9-0C33-49F4-B2B4-69E924165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073FC-B7E8-4609-AEC6-B5359F4D7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A8A91-0496-44DD-8778-90FB2FF1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03-04-19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336B1-DB33-40A4-B4B3-42074820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ED881-9ADA-4901-8A49-F86F95128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453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802591-778C-4FE6-890C-4E08C92FE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D0FEB-BFE4-4E34-B50E-46C8E0430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54A51-C8EA-4D61-A0C0-7F54DE0A0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1FD1-D726-404B-ABFF-A8583D59F55C}" type="datetimeFigureOut">
              <a:rPr lang="nl-NL" smtClean="0"/>
              <a:t>03-04-19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7C312-8D46-452C-8841-9DB8CF1A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2ED01-3958-40FF-9269-37BAC674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7576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C5EA6D-3262-42DF-A466-5EFD8311B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C26E9-0CC3-4B0D-99FE-8692867A6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8FE39-F717-4CAB-ACE1-89ACC77EF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B1FD1-D726-404B-ABFF-A8583D59F55C}" type="datetimeFigureOut">
              <a:rPr lang="nl-NL" smtClean="0"/>
              <a:t>03-04-19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9290-CA14-4348-9754-C91D98CB0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97AF6-2F20-4055-8C48-C11144AC4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576D4-116A-472E-9D16-F8B8779E453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151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accent1">
              <a:lumMod val="10000"/>
            </a:schemeClr>
          </a:solidFill>
          <a:latin typeface="Chrono Medium" panose="020B0304000000010002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accent1">
              <a:lumMod val="10000"/>
            </a:schemeClr>
          </a:solidFill>
          <a:latin typeface="Chrono" panose="020B0304000000010002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accent1">
              <a:lumMod val="10000"/>
            </a:schemeClr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accent1">
              <a:lumMod val="10000"/>
            </a:schemeClr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1">
              <a:lumMod val="10000"/>
            </a:schemeClr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1">
              <a:lumMod val="10000"/>
            </a:schemeClr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2205080"/>
      </p:ext>
    </p:extLst>
  </p:cSld>
  <p:clrMapOvr>
    <a:masterClrMapping/>
  </p:clrMapOvr>
  <p:transition spd="slow" advTm="6000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A462A3-CEBA-4610-B365-55D1385E7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8383" y="-960922"/>
            <a:ext cx="12490383" cy="832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00465"/>
      </p:ext>
    </p:extLst>
  </p:cSld>
  <p:clrMapOvr>
    <a:masterClrMapping/>
  </p:clrMapOvr>
  <p:transition spd="slow" advClick="0" advTm="6000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B6E5-2E29-4127-A966-D083A6202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46354-0A31-4603-8F4A-DDB88792D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B8646B-6005-4D4E-877D-0F213160B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3256" y="-104503"/>
            <a:ext cx="12377784" cy="69625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7776E5-170B-A54B-8AD7-6970212BE165}"/>
              </a:ext>
            </a:extLst>
          </p:cNvPr>
          <p:cNvSpPr txBox="1"/>
          <p:nvPr/>
        </p:nvSpPr>
        <p:spPr>
          <a:xfrm>
            <a:off x="4633281" y="1270983"/>
            <a:ext cx="6794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samen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werken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binnen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jouw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vakgebied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EAEBF7-4D43-7441-AB94-E57D6FD5454F}"/>
              </a:ext>
            </a:extLst>
          </p:cNvPr>
          <p:cNvSpPr txBox="1"/>
          <p:nvPr/>
        </p:nvSpPr>
        <p:spPr>
          <a:xfrm>
            <a:off x="7290486" y="3216494"/>
            <a:ext cx="41125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verbinden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kennis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delen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met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een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social platform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639FDC-7A04-984D-9D5F-5A9A3770985E}"/>
              </a:ext>
            </a:extLst>
          </p:cNvPr>
          <p:cNvSpPr/>
          <p:nvPr/>
        </p:nvSpPr>
        <p:spPr>
          <a:xfrm>
            <a:off x="7602627" y="5469518"/>
            <a:ext cx="3678148" cy="10479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C4EC37-CBD7-BE43-9697-96B9EF2F2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098056"/>
            <a:ext cx="501975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23216"/>
      </p:ext>
    </p:extLst>
  </p:cSld>
  <p:clrMapOvr>
    <a:masterClrMapping/>
  </p:clrMapOvr>
  <p:transition spd="slow" advTm="6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A462A3-CEBA-4610-B365-55D1385E7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30" y="-770021"/>
            <a:ext cx="12228894" cy="815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29645"/>
      </p:ext>
    </p:extLst>
  </p:cSld>
  <p:clrMapOvr>
    <a:masterClrMapping/>
  </p:clrMapOvr>
  <p:transition spd="slow" advClick="0" advTm="6000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D548-B061-4E04-96F3-AF006665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158A597-A993-DB4D-9133-43B35F75F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13657"/>
            <a:ext cx="10515600" cy="137527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C5E3D1-22A9-4754-8394-E512B1B87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3064" y="-13063"/>
            <a:ext cx="12305213" cy="69216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DAC31C-58D9-6047-B4DD-9B4789558843}"/>
              </a:ext>
            </a:extLst>
          </p:cNvPr>
          <p:cNvSpPr txBox="1"/>
          <p:nvPr/>
        </p:nvSpPr>
        <p:spPr>
          <a:xfrm>
            <a:off x="838200" y="1270983"/>
            <a:ext cx="6794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hoe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communicatief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is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jouw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organisatie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476F1-6A21-3D49-9C28-1A919F52748A}"/>
              </a:ext>
            </a:extLst>
          </p:cNvPr>
          <p:cNvSpPr txBox="1"/>
          <p:nvPr/>
        </p:nvSpPr>
        <p:spPr>
          <a:xfrm>
            <a:off x="838200" y="3216494"/>
            <a:ext cx="53070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online in contact met embrace social intranet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9DBEE9-1D04-184E-8D4C-D5A20B1EB8A8}"/>
              </a:ext>
            </a:extLst>
          </p:cNvPr>
          <p:cNvSpPr/>
          <p:nvPr/>
        </p:nvSpPr>
        <p:spPr>
          <a:xfrm>
            <a:off x="612168" y="5761516"/>
            <a:ext cx="3678148" cy="10479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DB667B-E8FA-8E4D-9E3F-FA169D376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098056"/>
            <a:ext cx="501975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84609"/>
      </p:ext>
    </p:extLst>
  </p:cSld>
  <p:clrMapOvr>
    <a:masterClrMapping/>
  </p:clrMapOvr>
  <p:transition spd="slow" advTm="600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A462A3-CEBA-4610-B365-55D1385E7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2001"/>
            <a:ext cx="12224082" cy="814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2995"/>
      </p:ext>
    </p:extLst>
  </p:cSld>
  <p:clrMapOvr>
    <a:masterClrMapping/>
  </p:clrMapOvr>
  <p:transition spd="slow" advClick="0" advTm="6000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8BB5B-6B25-4DF5-82CF-CA0952DF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77294-F8C4-49F9-9788-EB49CA9CD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4BB26-8C34-4946-9209-344E45CC2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4" y="-13063"/>
            <a:ext cx="12215223" cy="68710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889883-41A8-F048-977F-AB3C0080DF34}"/>
              </a:ext>
            </a:extLst>
          </p:cNvPr>
          <p:cNvSpPr txBox="1"/>
          <p:nvPr/>
        </p:nvSpPr>
        <p:spPr>
          <a:xfrm>
            <a:off x="4633281" y="1270983"/>
            <a:ext cx="6794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is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jouw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organisatie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 online </a:t>
            </a:r>
            <a:r>
              <a:rPr lang="en-US" sz="4800" b="1" dirty="0" err="1">
                <a:solidFill>
                  <a:srgbClr val="16A7B6"/>
                </a:solidFill>
                <a:latin typeface="Chrono" panose="020B0304000000010002" pitchFamily="34" charset="0"/>
              </a:rPr>
              <a:t>verbonden</a:t>
            </a:r>
            <a:r>
              <a:rPr lang="en-US" sz="4800" b="1" dirty="0">
                <a:solidFill>
                  <a:srgbClr val="16A7B6"/>
                </a:solidFill>
                <a:latin typeface="Chrono" panose="020B0304000000010002" pitchFamily="34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77A38-4E8F-8A4E-8315-2823767420A7}"/>
              </a:ext>
            </a:extLst>
          </p:cNvPr>
          <p:cNvSpPr txBox="1"/>
          <p:nvPr/>
        </p:nvSpPr>
        <p:spPr>
          <a:xfrm>
            <a:off x="6697362" y="3216494"/>
            <a:ext cx="47057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embrace social intranet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helpt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organisaties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beter</a:t>
            </a:r>
            <a:r>
              <a:rPr lang="en-US" sz="30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30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communiceren</a:t>
            </a:r>
            <a:endParaRPr lang="en-US" sz="3000" dirty="0">
              <a:solidFill>
                <a:srgbClr val="16A7B6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E0371C-3814-8E46-B758-00232E93E41A}"/>
              </a:ext>
            </a:extLst>
          </p:cNvPr>
          <p:cNvSpPr/>
          <p:nvPr/>
        </p:nvSpPr>
        <p:spPr>
          <a:xfrm>
            <a:off x="7712643" y="5761516"/>
            <a:ext cx="3678148" cy="10479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F217BD-A490-F446-866C-1598DEDB9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098056"/>
            <a:ext cx="501975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13416"/>
      </p:ext>
    </p:extLst>
  </p:cSld>
  <p:clrMapOvr>
    <a:masterClrMapping/>
  </p:clrMapOvr>
  <p:transition spd="slow" advTm="6000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BE44890-A71C-884A-9AD9-A0CE725EA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257864"/>
              </p:ext>
            </p:extLst>
          </p:nvPr>
        </p:nvGraphicFramePr>
        <p:xfrm>
          <a:off x="5053440" y="652164"/>
          <a:ext cx="1757668" cy="1845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668">
                  <a:extLst>
                    <a:ext uri="{9D8B030D-6E8A-4147-A177-3AD203B41FA5}">
                      <a16:colId xmlns:a16="http://schemas.microsoft.com/office/drawing/2014/main" val="3873336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Chrono Medium" panose="020B0304000000010002" pitchFamily="34" charset="0"/>
                        </a:rPr>
                        <a:t>1- op 1 team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  <a:latin typeface="Chrono Medium" panose="020B0304000000010002" pitchFamily="34" charset="0"/>
                        </a:rPr>
                        <a:t>communicatie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Chrono Medium" panose="020B0304000000010002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596443"/>
                  </a:ext>
                </a:extLst>
              </a:tr>
              <a:tr h="6331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350418"/>
                  </a:ext>
                </a:extLst>
              </a:tr>
              <a:tr h="6331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42322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FB67AF9-B485-2843-93B8-A7255536A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619149"/>
              </p:ext>
            </p:extLst>
          </p:nvPr>
        </p:nvGraphicFramePr>
        <p:xfrm>
          <a:off x="451398" y="652164"/>
          <a:ext cx="1924172" cy="1845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172">
                  <a:extLst>
                    <a:ext uri="{9D8B030D-6E8A-4147-A177-3AD203B41FA5}">
                      <a16:colId xmlns:a16="http://schemas.microsoft.com/office/drawing/2014/main" val="6456140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 err="1">
                          <a:solidFill>
                            <a:srgbClr val="04162E"/>
                          </a:solidFill>
                          <a:latin typeface="Chrono Medium" panose="020B0304000000010002" pitchFamily="34" charset="0"/>
                        </a:rPr>
                        <a:t>Persoonlijk</a:t>
                      </a:r>
                      <a:r>
                        <a:rPr lang="en-US" sz="1600" b="0" i="0" dirty="0">
                          <a:solidFill>
                            <a:srgbClr val="04162E"/>
                          </a:solidFill>
                          <a:latin typeface="Chrono Medium" panose="020B0304000000010002" pitchFamily="34" charset="0"/>
                        </a:rPr>
                        <a:t> </a:t>
                      </a:r>
                      <a:r>
                        <a:rPr lang="en-US" sz="1600" b="0" i="0" dirty="0" err="1">
                          <a:solidFill>
                            <a:srgbClr val="04162E"/>
                          </a:solidFill>
                          <a:latin typeface="Chrono Medium" panose="020B0304000000010002" pitchFamily="34" charset="0"/>
                        </a:rPr>
                        <a:t>opslag</a:t>
                      </a:r>
                      <a:endParaRPr lang="en-US" sz="1600" b="0" i="0" dirty="0">
                        <a:solidFill>
                          <a:srgbClr val="04162E"/>
                        </a:solidFill>
                        <a:latin typeface="Chrono Medium" panose="020B0304000000010002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089425"/>
                  </a:ext>
                </a:extLst>
              </a:tr>
              <a:tr h="6331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436811"/>
                  </a:ext>
                </a:extLst>
              </a:tr>
              <a:tr h="6331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26094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57ABCDC-BC29-3943-9DF0-82389F16F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654265"/>
              </p:ext>
            </p:extLst>
          </p:nvPr>
        </p:nvGraphicFramePr>
        <p:xfrm>
          <a:off x="2559783" y="652164"/>
          <a:ext cx="2357376" cy="1845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376">
                  <a:extLst>
                    <a:ext uri="{9D8B030D-6E8A-4147-A177-3AD203B41FA5}">
                      <a16:colId xmlns:a16="http://schemas.microsoft.com/office/drawing/2014/main" val="2410488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Chrono Medium" panose="020B0304000000010002" pitchFamily="34" charset="0"/>
                        </a:rPr>
                        <a:t>Document </a:t>
                      </a:r>
                      <a:br>
                        <a:rPr lang="en-US" sz="1600" b="0" i="0" dirty="0">
                          <a:solidFill>
                            <a:schemeClr val="tx1"/>
                          </a:solidFill>
                          <a:latin typeface="Chrono Medium" panose="020B0304000000010002" pitchFamily="34" charset="0"/>
                        </a:rPr>
                      </a:br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Chrono Medium" panose="020B0304000000010002" pitchFamily="34" charset="0"/>
                        </a:rPr>
                        <a:t>Management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  <a:latin typeface="Chrono Medium" panose="020B0304000000010002" pitchFamily="34" charset="0"/>
                        </a:rPr>
                        <a:t>Systeem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Chrono Medium" panose="020B0304000000010002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666347"/>
                  </a:ext>
                </a:extLst>
              </a:tr>
              <a:tr h="6331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23466"/>
                  </a:ext>
                </a:extLst>
              </a:tr>
              <a:tr h="6331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46085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7F1E09A-1307-4D4C-8B4A-B5A98B7D0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804604"/>
              </p:ext>
            </p:extLst>
          </p:nvPr>
        </p:nvGraphicFramePr>
        <p:xfrm>
          <a:off x="7083243" y="663887"/>
          <a:ext cx="2311200" cy="5466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600">
                  <a:extLst>
                    <a:ext uri="{9D8B030D-6E8A-4147-A177-3AD203B41FA5}">
                      <a16:colId xmlns:a16="http://schemas.microsoft.com/office/drawing/2014/main" val="1577348822"/>
                    </a:ext>
                  </a:extLst>
                </a:gridCol>
                <a:gridCol w="1155600">
                  <a:extLst>
                    <a:ext uri="{9D8B030D-6E8A-4147-A177-3AD203B41FA5}">
                      <a16:colId xmlns:a16="http://schemas.microsoft.com/office/drawing/2014/main" val="4024327675"/>
                    </a:ext>
                  </a:extLst>
                </a:gridCol>
              </a:tblGrid>
              <a:tr h="567036">
                <a:tc gridSpan="2"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rgbClr val="04162E"/>
                          </a:solidFill>
                          <a:latin typeface="Chrono Medium" panose="020B0304000000010002" pitchFamily="34" charset="0"/>
                        </a:rPr>
                        <a:t>Social portal, intranet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4162E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600" b="0" i="0" dirty="0">
                        <a:solidFill>
                          <a:srgbClr val="04162E"/>
                        </a:solidFill>
                        <a:latin typeface="Chrono Medium" panose="020B0304000000010002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04162E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273403"/>
                  </a:ext>
                </a:extLst>
              </a:tr>
              <a:tr h="576000">
                <a:tc gridSpan="2">
                  <a:txBody>
                    <a:bodyPr/>
                    <a:lstStyle/>
                    <a:p>
                      <a:pPr algn="l"/>
                      <a:endParaRPr lang="en-US" sz="1600" b="0" i="0" dirty="0">
                        <a:solidFill>
                          <a:srgbClr val="04162E"/>
                        </a:solidFill>
                        <a:latin typeface="Chrono Medium" panose="020B0304000000010002" pitchFamily="34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4162E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600" b="0" i="0" dirty="0">
                        <a:solidFill>
                          <a:srgbClr val="04162E"/>
                        </a:solidFill>
                        <a:latin typeface="Chrono Medium" panose="020B0304000000010002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04162E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750864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200" b="1" i="0" u="none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Informatie &amp; communicatie</a:t>
                      </a:r>
                      <a:endParaRPr lang="nl" sz="1200" b="0" i="0" u="none" kern="1200" dirty="0">
                        <a:solidFill>
                          <a:srgbClr val="04162E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" sz="1200" b="0" i="0" u="none" kern="1200" dirty="0">
                        <a:solidFill>
                          <a:srgbClr val="04162E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8267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Nieuws</a:t>
                      </a: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Evenementen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436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Kennisbank</a:t>
                      </a: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Themapagina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5185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Tijdlijn</a:t>
                      </a:r>
                    </a:p>
                  </a:txBody>
                  <a:tcPr marB="189720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Pages</a:t>
                      </a:r>
                    </a:p>
                  </a:txBody>
                  <a:tcPr marB="189720">
                    <a:lnL w="12700" cmpd="sng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840547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200" b="1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Verbinding</a:t>
                      </a:r>
                      <a:endParaRPr lang="nl" sz="1200" b="0" i="0" kern="1200" dirty="0">
                        <a:solidFill>
                          <a:srgbClr val="04162E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" sz="1200" b="0" i="0" kern="1200" dirty="0">
                        <a:solidFill>
                          <a:srgbClr val="04162E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0245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Profielen </a:t>
                      </a: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Kennis-connector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7349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Groepen</a:t>
                      </a: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Polls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5781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Innovatie</a:t>
                      </a:r>
                    </a:p>
                  </a:txBody>
                  <a:tcPr marB="189720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" sz="1100" b="0" i="0" kern="1200" dirty="0">
                        <a:solidFill>
                          <a:srgbClr val="04162E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B="189720">
                    <a:lnL w="12700" cmpd="sng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173245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200" b="1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Portal</a:t>
                      </a:r>
                      <a:endParaRPr lang="en-US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8343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Zoeken</a:t>
                      </a: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Single-Sign-On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367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Persoonlijke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Startpagina</a:t>
                      </a:r>
                    </a:p>
                  </a:txBody>
                  <a:tcPr marB="189720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" sz="1100" b="0" i="0" kern="1200" dirty="0">
                          <a:solidFill>
                            <a:srgbClr val="04162E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Widgets</a:t>
                      </a:r>
                    </a:p>
                  </a:txBody>
                  <a:tcPr marB="189720">
                    <a:lnL w="12700" cmpd="sng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41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09093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179F00C-FEDD-2743-863F-B4B426043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548262"/>
              </p:ext>
            </p:extLst>
          </p:nvPr>
        </p:nvGraphicFramePr>
        <p:xfrm>
          <a:off x="9640582" y="652164"/>
          <a:ext cx="2199726" cy="3158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726">
                  <a:extLst>
                    <a:ext uri="{9D8B030D-6E8A-4147-A177-3AD203B41FA5}">
                      <a16:colId xmlns:a16="http://schemas.microsoft.com/office/drawing/2014/main" val="1384813755"/>
                    </a:ext>
                  </a:extLst>
                </a:gridCol>
              </a:tblGrid>
              <a:tr h="625651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Chrono Medium" panose="020B0304000000010002" pitchFamily="34" charset="0"/>
                        </a:rPr>
                        <a:t>Business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  <a:latin typeface="Chrono Medium" panose="020B0304000000010002" pitchFamily="34" charset="0"/>
                        </a:rPr>
                        <a:t>applicaties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Chrono Medium" panose="020B0304000000010002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94587"/>
                  </a:ext>
                </a:extLst>
              </a:tr>
              <a:tr h="6331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980999"/>
                  </a:ext>
                </a:extLst>
              </a:tr>
              <a:tr h="6331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704315"/>
                  </a:ext>
                </a:extLst>
              </a:tr>
              <a:tr h="6331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96804"/>
                  </a:ext>
                </a:extLst>
              </a:tr>
              <a:tr h="6331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692307"/>
                  </a:ext>
                </a:extLst>
              </a:tr>
            </a:tbl>
          </a:graphicData>
        </a:graphic>
      </p:graphicFrame>
      <p:pic>
        <p:nvPicPr>
          <p:cNvPr id="7" name="Picture 6" descr="A picture containing clipart&#10;&#10;Description automatically generated">
            <a:extLst>
              <a:ext uri="{FF2B5EF4-FFF2-40B4-BE49-F238E27FC236}">
                <a16:creationId xmlns:a16="http://schemas.microsoft.com/office/drawing/2014/main" id="{28618E84-CA67-774E-AD77-982C3A6DF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567" y="1444011"/>
            <a:ext cx="1448168" cy="2482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0B87C8-3AE0-E54A-B3BC-8432164974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567" y="2061414"/>
            <a:ext cx="1155349" cy="248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1B525E-27D8-D146-BDCC-5D0520006A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151" y="1444011"/>
            <a:ext cx="1275138" cy="2482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B864C9-E7EC-C742-901A-9348A4BC31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00" y="1444011"/>
            <a:ext cx="965443" cy="2482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262278-8AA7-0949-AFCB-51CAF13B49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91" y="2015687"/>
            <a:ext cx="965443" cy="248257"/>
          </a:xfrm>
          <a:prstGeom prst="rect">
            <a:avLst/>
          </a:prstGeom>
        </p:spPr>
      </p:pic>
      <p:pic>
        <p:nvPicPr>
          <p:cNvPr id="12" name="Picture 11" descr="A picture containing clipart&#10;&#10;Description automatically generated">
            <a:extLst>
              <a:ext uri="{FF2B5EF4-FFF2-40B4-BE49-F238E27FC236}">
                <a16:creationId xmlns:a16="http://schemas.microsoft.com/office/drawing/2014/main" id="{C4D7C279-AEFA-DC41-84A0-464D164F3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151" y="2051261"/>
            <a:ext cx="1448168" cy="2482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6860F5-BAF4-0343-B507-960E395EAC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014" y="1444011"/>
            <a:ext cx="965443" cy="248257"/>
          </a:xfrm>
          <a:prstGeom prst="rect">
            <a:avLst/>
          </a:prstGeom>
        </p:spPr>
      </p:pic>
      <p:pic>
        <p:nvPicPr>
          <p:cNvPr id="21" name="Picture 20" descr="A picture containing clipart&#10;&#10;Description automatically generated">
            <a:extLst>
              <a:ext uri="{FF2B5EF4-FFF2-40B4-BE49-F238E27FC236}">
                <a16:creationId xmlns:a16="http://schemas.microsoft.com/office/drawing/2014/main" id="{2949ED50-503B-0049-956C-8DF2911B9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410" y="1499873"/>
            <a:ext cx="926975" cy="158910"/>
          </a:xfrm>
          <a:prstGeom prst="rect">
            <a:avLst/>
          </a:prstGeom>
        </p:spPr>
      </p:pic>
      <p:pic>
        <p:nvPicPr>
          <p:cNvPr id="22" name="Picture 21" descr="A picture containing clipart&#10;&#10;Description automatically generated">
            <a:extLst>
              <a:ext uri="{FF2B5EF4-FFF2-40B4-BE49-F238E27FC236}">
                <a16:creationId xmlns:a16="http://schemas.microsoft.com/office/drawing/2014/main" id="{F8A6FBFF-4445-0C4F-A6A5-2445EEC7A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414" y="1488684"/>
            <a:ext cx="926975" cy="158910"/>
          </a:xfrm>
          <a:prstGeom prst="rect">
            <a:avLst/>
          </a:prstGeom>
        </p:spPr>
      </p:pic>
      <p:pic>
        <p:nvPicPr>
          <p:cNvPr id="23" name="Picture 22" descr="A picture containing clipart&#10;&#10;Description automatically generated">
            <a:extLst>
              <a:ext uri="{FF2B5EF4-FFF2-40B4-BE49-F238E27FC236}">
                <a16:creationId xmlns:a16="http://schemas.microsoft.com/office/drawing/2014/main" id="{3679BA47-6003-C44D-AE1A-13F9B1234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410" y="2153190"/>
            <a:ext cx="926975" cy="158910"/>
          </a:xfrm>
          <a:prstGeom prst="rect">
            <a:avLst/>
          </a:prstGeom>
        </p:spPr>
      </p:pic>
      <p:pic>
        <p:nvPicPr>
          <p:cNvPr id="24" name="Picture 23" descr="A picture containing clipart&#10;&#10;Description automatically generated">
            <a:extLst>
              <a:ext uri="{FF2B5EF4-FFF2-40B4-BE49-F238E27FC236}">
                <a16:creationId xmlns:a16="http://schemas.microsoft.com/office/drawing/2014/main" id="{544F886A-F8FB-1244-B32C-6B3560B39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414" y="2142001"/>
            <a:ext cx="926975" cy="158910"/>
          </a:xfrm>
          <a:prstGeom prst="rect">
            <a:avLst/>
          </a:prstGeom>
        </p:spPr>
      </p:pic>
      <p:pic>
        <p:nvPicPr>
          <p:cNvPr id="25" name="Picture 24" descr="A picture containing clipart&#10;&#10;Description automatically generated">
            <a:extLst>
              <a:ext uri="{FF2B5EF4-FFF2-40B4-BE49-F238E27FC236}">
                <a16:creationId xmlns:a16="http://schemas.microsoft.com/office/drawing/2014/main" id="{C938038E-F07D-6049-818B-62DC281B21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410" y="2775683"/>
            <a:ext cx="926975" cy="158910"/>
          </a:xfrm>
          <a:prstGeom prst="rect">
            <a:avLst/>
          </a:prstGeom>
        </p:spPr>
      </p:pic>
      <p:pic>
        <p:nvPicPr>
          <p:cNvPr id="26" name="Picture 25" descr="A picture containing clipart&#10;&#10;Description automatically generated">
            <a:extLst>
              <a:ext uri="{FF2B5EF4-FFF2-40B4-BE49-F238E27FC236}">
                <a16:creationId xmlns:a16="http://schemas.microsoft.com/office/drawing/2014/main" id="{77D0AFC0-EC36-BD40-98F9-712873F97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414" y="2764494"/>
            <a:ext cx="926975" cy="158910"/>
          </a:xfrm>
          <a:prstGeom prst="rect">
            <a:avLst/>
          </a:prstGeom>
        </p:spPr>
      </p:pic>
      <p:pic>
        <p:nvPicPr>
          <p:cNvPr id="27" name="Picture 26" descr="A picture containing clipart&#10;&#10;Description automatically generated">
            <a:extLst>
              <a:ext uri="{FF2B5EF4-FFF2-40B4-BE49-F238E27FC236}">
                <a16:creationId xmlns:a16="http://schemas.microsoft.com/office/drawing/2014/main" id="{B3BEF748-8198-3841-996D-69C9314350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410" y="3429000"/>
            <a:ext cx="926975" cy="158910"/>
          </a:xfrm>
          <a:prstGeom prst="rect">
            <a:avLst/>
          </a:prstGeom>
        </p:spPr>
      </p:pic>
      <p:pic>
        <p:nvPicPr>
          <p:cNvPr id="28" name="Picture 27" descr="A picture containing clipart&#10;&#10;Description automatically generated">
            <a:extLst>
              <a:ext uri="{FF2B5EF4-FFF2-40B4-BE49-F238E27FC236}">
                <a16:creationId xmlns:a16="http://schemas.microsoft.com/office/drawing/2014/main" id="{824C53B8-E4DC-154C-933C-501A1EBDA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414" y="3417811"/>
            <a:ext cx="926975" cy="15891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44C8AC6-C47B-7743-B1C3-14218CF0B6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0" y="6098056"/>
            <a:ext cx="501974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676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0C7E54B-7573-1A4C-9A76-5C3FD094C17E}"/>
              </a:ext>
            </a:extLst>
          </p:cNvPr>
          <p:cNvSpPr/>
          <p:nvPr/>
        </p:nvSpPr>
        <p:spPr>
          <a:xfrm>
            <a:off x="3267251" y="1077903"/>
            <a:ext cx="1104405" cy="1104405"/>
          </a:xfrm>
          <a:prstGeom prst="ellipse">
            <a:avLst/>
          </a:prstGeom>
          <a:solidFill>
            <a:srgbClr val="16A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016DA8C-F3FF-2143-9B92-E84A306922B5}"/>
              </a:ext>
            </a:extLst>
          </p:cNvPr>
          <p:cNvSpPr/>
          <p:nvPr/>
        </p:nvSpPr>
        <p:spPr>
          <a:xfrm>
            <a:off x="6715941" y="1100448"/>
            <a:ext cx="1104405" cy="1104405"/>
          </a:xfrm>
          <a:prstGeom prst="ellipse">
            <a:avLst/>
          </a:prstGeom>
          <a:solidFill>
            <a:srgbClr val="16A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C6D25C-321A-F948-8054-E087AAA22B00}"/>
              </a:ext>
            </a:extLst>
          </p:cNvPr>
          <p:cNvSpPr/>
          <p:nvPr/>
        </p:nvSpPr>
        <p:spPr>
          <a:xfrm>
            <a:off x="3267251" y="4319212"/>
            <a:ext cx="1104405" cy="1104405"/>
          </a:xfrm>
          <a:prstGeom prst="ellipse">
            <a:avLst/>
          </a:prstGeom>
          <a:solidFill>
            <a:srgbClr val="16A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§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436493-ADA2-D34A-A8EA-568279025F48}"/>
              </a:ext>
            </a:extLst>
          </p:cNvPr>
          <p:cNvSpPr/>
          <p:nvPr/>
        </p:nvSpPr>
        <p:spPr>
          <a:xfrm>
            <a:off x="6715941" y="4319212"/>
            <a:ext cx="1104405" cy="1104405"/>
          </a:xfrm>
          <a:prstGeom prst="ellipse">
            <a:avLst/>
          </a:prstGeom>
          <a:solidFill>
            <a:srgbClr val="16A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B6B86-F522-1141-93CA-8ABAA373E5C5}"/>
              </a:ext>
            </a:extLst>
          </p:cNvPr>
          <p:cNvSpPr txBox="1"/>
          <p:nvPr/>
        </p:nvSpPr>
        <p:spPr>
          <a:xfrm>
            <a:off x="274669" y="1306939"/>
            <a:ext cx="299258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Chrono" panose="020B0304000000010002" pitchFamily="34" charset="0"/>
              </a:rPr>
              <a:t>Dragée</a:t>
            </a:r>
            <a:r>
              <a:rPr lang="en-US" dirty="0">
                <a:latin typeface="Chrono" panose="020B0304000000010002" pitchFamily="34" charset="0"/>
              </a:rPr>
              <a:t> brownie chocolate bar brownie jelly.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FB755B-81ED-FD46-AE85-D952CF5AF560}"/>
              </a:ext>
            </a:extLst>
          </p:cNvPr>
          <p:cNvSpPr txBox="1"/>
          <p:nvPr/>
        </p:nvSpPr>
        <p:spPr>
          <a:xfrm>
            <a:off x="452799" y="4548248"/>
            <a:ext cx="281445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hrono" panose="020B0304000000010002" pitchFamily="34" charset="0"/>
              </a:rPr>
              <a:t>Ice cream marshmallow gummi bears</a:t>
            </a:r>
            <a:endParaRPr lang="en-US" sz="1600" dirty="0">
              <a:latin typeface="Chrono" panose="020B0304000000010002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313108-608D-9D49-9AD4-6AFC094B0394}"/>
              </a:ext>
            </a:extLst>
          </p:cNvPr>
          <p:cNvSpPr txBox="1"/>
          <p:nvPr/>
        </p:nvSpPr>
        <p:spPr>
          <a:xfrm>
            <a:off x="3802085" y="2380220"/>
            <a:ext cx="365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rono Medium" panose="020B0304000000010002" pitchFamily="34" charset="0"/>
                <a:ea typeface="Roboto" panose="02000000000000000000" pitchFamily="2" charset="0"/>
                <a:cs typeface="Roboto" panose="02000000000000000000" pitchFamily="2" charset="0"/>
              </a:rPr>
              <a:t>Danish candy canes toffee jelly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73EB39-F4E1-2946-A7E7-2F7A40DA874E}"/>
              </a:ext>
            </a:extLst>
          </p:cNvPr>
          <p:cNvSpPr txBox="1"/>
          <p:nvPr/>
        </p:nvSpPr>
        <p:spPr>
          <a:xfrm>
            <a:off x="7820346" y="1329483"/>
            <a:ext cx="299258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hrono" panose="020B0304000000010002" pitchFamily="34" charset="0"/>
              </a:rPr>
              <a:t>Dragée</a:t>
            </a:r>
            <a:r>
              <a:rPr lang="en-US" dirty="0">
                <a:latin typeface="Chrono" panose="020B0304000000010002" pitchFamily="34" charset="0"/>
              </a:rPr>
              <a:t> brownie chocolate bar brownie jelly.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82DFCC-CA2D-5447-B195-5B1BF7EA3DFF}"/>
              </a:ext>
            </a:extLst>
          </p:cNvPr>
          <p:cNvSpPr txBox="1"/>
          <p:nvPr/>
        </p:nvSpPr>
        <p:spPr>
          <a:xfrm>
            <a:off x="7820346" y="4653147"/>
            <a:ext cx="281445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6A7B6"/>
                </a:solidFill>
                <a:latin typeface="Chrono" panose="020B0304000000010002" pitchFamily="34" charset="0"/>
              </a:rPr>
              <a:t>Ice cream marshmallow gummi bears</a:t>
            </a:r>
            <a:endParaRPr lang="en-US" sz="1600" dirty="0">
              <a:solidFill>
                <a:srgbClr val="16A7B6"/>
              </a:solidFill>
              <a:latin typeface="Chrono" panose="020B0304000000010002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C18E42-FED6-1649-B4C4-E14060574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0" y="6098056"/>
            <a:ext cx="501974" cy="522514"/>
          </a:xfrm>
          <a:prstGeom prst="rect">
            <a:avLst/>
          </a:prstGeom>
        </p:spPr>
      </p:pic>
      <p:pic>
        <p:nvPicPr>
          <p:cNvPr id="3" name="Picture 2" descr="A picture containing object&#10;&#10;Description automatically generated">
            <a:extLst>
              <a:ext uri="{FF2B5EF4-FFF2-40B4-BE49-F238E27FC236}">
                <a16:creationId xmlns:a16="http://schemas.microsoft.com/office/drawing/2014/main" id="{755E5C53-1699-F94E-8FFF-20CA70E629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53" y="1270105"/>
            <a:ext cx="720000" cy="7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67298E-068D-3E47-B1A6-A2FEE6529E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143" y="1292650"/>
            <a:ext cx="720000" cy="72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B74EC2-5098-1E49-85D6-8355E71923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53" y="4511414"/>
            <a:ext cx="720000" cy="72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BDDF70-BAB8-C340-89BF-084B24D3E8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143" y="451141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208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6286EB-419D-074F-A6FD-ED0BCC6FDB0E}"/>
              </a:ext>
            </a:extLst>
          </p:cNvPr>
          <p:cNvSpPr txBox="1"/>
          <p:nvPr/>
        </p:nvSpPr>
        <p:spPr>
          <a:xfrm>
            <a:off x="1727200" y="1366897"/>
            <a:ext cx="9144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6A7B6"/>
                </a:solidFill>
                <a:latin typeface="Chrono Medium" panose="020B0304000000010002" pitchFamily="34" charset="0"/>
              </a:rPr>
              <a:t>‘Macaroon caramels candy sweet fruitcake sesame snaps fruitcake caramels tart. Apple pie bear claw candy lemon drops chocolate bar. Lollipop jelly ice cream.‘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7ADD82-BE76-854E-88AD-787BE9AC841F}"/>
              </a:ext>
            </a:extLst>
          </p:cNvPr>
          <p:cNvSpPr txBox="1"/>
          <p:nvPr/>
        </p:nvSpPr>
        <p:spPr>
          <a:xfrm>
            <a:off x="1727200" y="3828236"/>
            <a:ext cx="4842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Voornaam</a:t>
            </a:r>
            <a:r>
              <a:rPr lang="en-US" sz="24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4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Achternaam</a:t>
            </a:r>
            <a:r>
              <a:rPr lang="en-US" sz="24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</a:t>
            </a:r>
          </a:p>
          <a:p>
            <a:r>
              <a:rPr lang="en-US" sz="24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Functie</a:t>
            </a:r>
            <a:r>
              <a:rPr lang="en-US" sz="2400" dirty="0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</a:t>
            </a:r>
            <a:r>
              <a:rPr lang="en-US" sz="2400" dirty="0" err="1">
                <a:solidFill>
                  <a:srgbClr val="16A7B6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organisatie</a:t>
            </a:r>
            <a:endParaRPr lang="en-US" sz="2400" dirty="0">
              <a:solidFill>
                <a:srgbClr val="16A7B6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15EE43-D533-9D42-82B9-6E745A6A5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0" y="6098056"/>
            <a:ext cx="501974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3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6286EB-419D-074F-A6FD-ED0BCC6FDB0E}"/>
              </a:ext>
            </a:extLst>
          </p:cNvPr>
          <p:cNvSpPr txBox="1"/>
          <p:nvPr/>
        </p:nvSpPr>
        <p:spPr>
          <a:xfrm>
            <a:off x="1524000" y="967805"/>
            <a:ext cx="9144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hrono Medium" panose="020B0304000000010002" pitchFamily="34" charset="0"/>
              </a:rPr>
              <a:t>‘Macaroon caramels candy sweet fruitcake sesame snaps fruitcake caramels tart. Apple pie bear claw candy lemon drops chocolate bar. Lollipop jelly ice cream.‘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7ADD82-BE76-854E-88AD-787BE9AC841F}"/>
              </a:ext>
            </a:extLst>
          </p:cNvPr>
          <p:cNvSpPr txBox="1"/>
          <p:nvPr/>
        </p:nvSpPr>
        <p:spPr>
          <a:xfrm>
            <a:off x="1524000" y="3429000"/>
            <a:ext cx="4842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Voornaam</a:t>
            </a:r>
            <a:r>
              <a:rPr lang="en-US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Achternaam</a:t>
            </a:r>
            <a:r>
              <a:rPr lang="en-US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</a:t>
            </a:r>
          </a:p>
          <a:p>
            <a:r>
              <a:rPr lang="en-US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Functie</a:t>
            </a:r>
            <a:r>
              <a:rPr lang="en-US" sz="24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</a:t>
            </a:r>
            <a:r>
              <a:rPr lang="en-US" sz="24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organisatie</a:t>
            </a:r>
            <a:endParaRPr lang="en-US" sz="2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15EE43-D533-9D42-82B9-6E745A6A5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0" y="6098056"/>
            <a:ext cx="501974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89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mbrace 19">
      <a:dk1>
        <a:srgbClr val="FFFFFF"/>
      </a:dk1>
      <a:lt1>
        <a:srgbClr val="00A7B6"/>
      </a:lt1>
      <a:dk2>
        <a:srgbClr val="FFFFFF"/>
      </a:dk2>
      <a:lt2>
        <a:srgbClr val="FFFFFF"/>
      </a:lt2>
      <a:accent1>
        <a:srgbClr val="F2F2F2"/>
      </a:accent1>
      <a:accent2>
        <a:srgbClr val="C9F0FE"/>
      </a:accent2>
      <a:accent3>
        <a:srgbClr val="00CFE2"/>
      </a:accent3>
      <a:accent4>
        <a:srgbClr val="00B7C8"/>
      </a:accent4>
      <a:accent5>
        <a:srgbClr val="0094A2"/>
      </a:accent5>
      <a:accent6>
        <a:srgbClr val="006A74"/>
      </a:accent6>
      <a:hlink>
        <a:srgbClr val="00B8C9"/>
      </a:hlink>
      <a:folHlink>
        <a:srgbClr val="00747F"/>
      </a:folHlink>
    </a:clrScheme>
    <a:fontScheme name="Sofia PRo">
      <a:majorFont>
        <a:latin typeface="Sofia Pro Bold"/>
        <a:ea typeface=""/>
        <a:cs typeface=""/>
      </a:majorFont>
      <a:minorFont>
        <a:latin typeface="Sof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2337</TotalTime>
  <Words>171</Words>
  <Application>Microsoft Macintosh PowerPoint</Application>
  <PresentationFormat>Widescreen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Chrono</vt:lpstr>
      <vt:lpstr>Chrono Medium</vt:lpstr>
      <vt:lpstr>Roboto</vt:lpstr>
      <vt:lpstr>Roboto Light</vt:lpstr>
      <vt:lpstr>Sofia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Linn Helén Gundersen</dc:creator>
  <cp:lastModifiedBy>Linn Helen Gundersen</cp:lastModifiedBy>
  <cp:revision>10</cp:revision>
  <dcterms:created xsi:type="dcterms:W3CDTF">2018-03-20T14:07:16Z</dcterms:created>
  <dcterms:modified xsi:type="dcterms:W3CDTF">2019-04-03T09:19:10Z</dcterms:modified>
</cp:coreProperties>
</file>