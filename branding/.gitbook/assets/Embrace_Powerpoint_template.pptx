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60" r:id="rId9"/>
    <p:sldId id="261" r:id="rId10"/>
    <p:sldId id="278" r:id="rId11"/>
    <p:sldId id="262" r:id="rId12"/>
    <p:sldId id="263" r:id="rId13"/>
    <p:sldId id="264" r:id="rId14"/>
    <p:sldId id="265" r:id="rId15"/>
    <p:sldId id="271" r:id="rId16"/>
    <p:sldId id="266" r:id="rId17"/>
    <p:sldId id="268" r:id="rId18"/>
    <p:sldId id="270" r:id="rId19"/>
    <p:sldId id="272" r:id="rId20"/>
    <p:sldId id="286" r:id="rId21"/>
    <p:sldId id="279" r:id="rId22"/>
    <p:sldId id="280" r:id="rId23"/>
    <p:sldId id="281" r:id="rId24"/>
    <p:sldId id="282" r:id="rId25"/>
    <p:sldId id="283" r:id="rId26"/>
    <p:sldId id="284" r:id="rId27"/>
    <p:sldId id="269" r:id="rId2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ts val="32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C1C47"/>
        </a:solidFill>
        <a:effectLst/>
        <a:uFillTx/>
        <a:latin typeface="Avenir Book"/>
        <a:ea typeface="Avenir Book"/>
        <a:cs typeface="Avenir Book"/>
        <a:sym typeface="Avenir Book"/>
      </a:defRPr>
    </a:lvl1pPr>
    <a:lvl2pPr marL="0" marR="0" indent="228600" algn="l" defTabSz="825500" rtl="0" fontAlgn="auto" latinLnBrk="0" hangingPunct="0">
      <a:lnSpc>
        <a:spcPts val="32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C1C47"/>
        </a:solidFill>
        <a:effectLst/>
        <a:uFillTx/>
        <a:latin typeface="Avenir Book"/>
        <a:ea typeface="Avenir Book"/>
        <a:cs typeface="Avenir Book"/>
        <a:sym typeface="Avenir Book"/>
      </a:defRPr>
    </a:lvl2pPr>
    <a:lvl3pPr marL="0" marR="0" indent="457200" algn="l" defTabSz="825500" rtl="0" fontAlgn="auto" latinLnBrk="0" hangingPunct="0">
      <a:lnSpc>
        <a:spcPts val="32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C1C47"/>
        </a:solidFill>
        <a:effectLst/>
        <a:uFillTx/>
        <a:latin typeface="Avenir Book"/>
        <a:ea typeface="Avenir Book"/>
        <a:cs typeface="Avenir Book"/>
        <a:sym typeface="Avenir Book"/>
      </a:defRPr>
    </a:lvl3pPr>
    <a:lvl4pPr marL="0" marR="0" indent="685800" algn="l" defTabSz="825500" rtl="0" fontAlgn="auto" latinLnBrk="0" hangingPunct="0">
      <a:lnSpc>
        <a:spcPts val="32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C1C47"/>
        </a:solidFill>
        <a:effectLst/>
        <a:uFillTx/>
        <a:latin typeface="Avenir Book"/>
        <a:ea typeface="Avenir Book"/>
        <a:cs typeface="Avenir Book"/>
        <a:sym typeface="Avenir Book"/>
      </a:defRPr>
    </a:lvl4pPr>
    <a:lvl5pPr marL="0" marR="0" indent="914400" algn="l" defTabSz="825500" rtl="0" fontAlgn="auto" latinLnBrk="0" hangingPunct="0">
      <a:lnSpc>
        <a:spcPts val="32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C1C47"/>
        </a:solidFill>
        <a:effectLst/>
        <a:uFillTx/>
        <a:latin typeface="Avenir Book"/>
        <a:ea typeface="Avenir Book"/>
        <a:cs typeface="Avenir Book"/>
        <a:sym typeface="Avenir Book"/>
      </a:defRPr>
    </a:lvl5pPr>
    <a:lvl6pPr marL="0" marR="0" indent="1143000" algn="l" defTabSz="825500" rtl="0" fontAlgn="auto" latinLnBrk="0" hangingPunct="0">
      <a:lnSpc>
        <a:spcPts val="32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C1C47"/>
        </a:solidFill>
        <a:effectLst/>
        <a:uFillTx/>
        <a:latin typeface="Avenir Book"/>
        <a:ea typeface="Avenir Book"/>
        <a:cs typeface="Avenir Book"/>
        <a:sym typeface="Avenir Book"/>
      </a:defRPr>
    </a:lvl6pPr>
    <a:lvl7pPr marL="0" marR="0" indent="1371600" algn="l" defTabSz="825500" rtl="0" fontAlgn="auto" latinLnBrk="0" hangingPunct="0">
      <a:lnSpc>
        <a:spcPts val="32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C1C47"/>
        </a:solidFill>
        <a:effectLst/>
        <a:uFillTx/>
        <a:latin typeface="Avenir Book"/>
        <a:ea typeface="Avenir Book"/>
        <a:cs typeface="Avenir Book"/>
        <a:sym typeface="Avenir Book"/>
      </a:defRPr>
    </a:lvl7pPr>
    <a:lvl8pPr marL="0" marR="0" indent="1600200" algn="l" defTabSz="825500" rtl="0" fontAlgn="auto" latinLnBrk="0" hangingPunct="0">
      <a:lnSpc>
        <a:spcPts val="32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C1C47"/>
        </a:solidFill>
        <a:effectLst/>
        <a:uFillTx/>
        <a:latin typeface="Avenir Book"/>
        <a:ea typeface="Avenir Book"/>
        <a:cs typeface="Avenir Book"/>
        <a:sym typeface="Avenir Book"/>
      </a:defRPr>
    </a:lvl8pPr>
    <a:lvl9pPr marL="0" marR="0" indent="1828800" algn="l" defTabSz="825500" rtl="0" fontAlgn="auto" latinLnBrk="0" hangingPunct="0">
      <a:lnSpc>
        <a:spcPts val="32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C1C47"/>
        </a:solidFill>
        <a:effectLst/>
        <a:uFillTx/>
        <a:latin typeface="Avenir Book"/>
        <a:ea typeface="Avenir Book"/>
        <a:cs typeface="Avenir Book"/>
        <a:sym typeface="Avenir Book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C3385-7060-C645-A52D-6AC85D4703BF}" v="528" dt="2021-02-10T10:20:57.94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Book"/>
          <a:ea typeface="Avenir Book"/>
          <a:cs typeface="Avenir Book"/>
        </a:font>
        <a:srgbClr val="0C1C47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53"/>
    <p:restoredTop sz="94679"/>
  </p:normalViewPr>
  <p:slideViewPr>
    <p:cSldViewPr snapToGrid="0">
      <p:cViewPr varScale="1">
        <p:scale>
          <a:sx n="80" d="100"/>
          <a:sy n="80" d="100"/>
        </p:scale>
        <p:origin x="2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ésirée de Vries" userId="4a1f8c0e-3e9a-4b42-8f60-6c30e6e093ce" providerId="ADAL" clId="{3A5C3385-7060-C645-A52D-6AC85D4703BF}"/>
    <pc:docChg chg="undo custSel addSld delSld modSld modMainMaster">
      <pc:chgData name="Désirée de Vries" userId="4a1f8c0e-3e9a-4b42-8f60-6c30e6e093ce" providerId="ADAL" clId="{3A5C3385-7060-C645-A52D-6AC85D4703BF}" dt="2021-02-10T10:20:57.944" v="95" actId="2710"/>
      <pc:docMkLst>
        <pc:docMk/>
      </pc:docMkLst>
      <pc:sldChg chg="modSp mod">
        <pc:chgData name="Désirée de Vries" userId="4a1f8c0e-3e9a-4b42-8f60-6c30e6e093ce" providerId="ADAL" clId="{3A5C3385-7060-C645-A52D-6AC85D4703BF}" dt="2021-02-08T13:16:39.715" v="26"/>
        <pc:sldMkLst>
          <pc:docMk/>
          <pc:sldMk cId="0" sldId="256"/>
        </pc:sldMkLst>
        <pc:spChg chg="mod">
          <ac:chgData name="Désirée de Vries" userId="4a1f8c0e-3e9a-4b42-8f60-6c30e6e093ce" providerId="ADAL" clId="{3A5C3385-7060-C645-A52D-6AC85D4703BF}" dt="2021-02-08T13:16:39.715" v="26"/>
          <ac:spMkLst>
            <pc:docMk/>
            <pc:sldMk cId="0" sldId="256"/>
            <ac:spMk id="7" creationId="{AA5D4FF0-3B9C-B840-8B5F-06B2D9C46868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56"/>
            <ac:spMk id="311" creationId="{00000000-0000-0000-0000-000000000000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0" sldId="257"/>
        </pc:sldMkLst>
        <pc:spChg chg="mod">
          <ac:chgData name="Désirée de Vries" userId="4a1f8c0e-3e9a-4b42-8f60-6c30e6e093ce" providerId="ADAL" clId="{3A5C3385-7060-C645-A52D-6AC85D4703BF}" dt="2021-02-08T13:11:27.345" v="15"/>
          <ac:spMkLst>
            <pc:docMk/>
            <pc:sldMk cId="0" sldId="257"/>
            <ac:spMk id="6" creationId="{099316C3-6667-BF43-BFD0-EE61231B9A20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57"/>
            <ac:spMk id="315" creationId="{00000000-0000-0000-0000-000000000000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0" sldId="258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58"/>
            <ac:spMk id="16" creationId="{5452832A-8123-794D-BD4E-0AF3B4F9C8D8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58"/>
            <ac:spMk id="18" creationId="{C5EE7BB3-7479-3243-8C73-32DC4DDDC9FB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58"/>
            <ac:spMk id="20" creationId="{F3D2A549-5FD8-174C-8DF6-58510F982934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0" sldId="259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59"/>
            <ac:spMk id="3" creationId="{E7F9C9CF-38D2-F442-ADB9-53F2F787ACC6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0" sldId="260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0"/>
            <ac:spMk id="2" creationId="{8A3BCC0B-36E7-8747-A714-21528BC7D561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0" sldId="261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1"/>
            <ac:spMk id="8" creationId="{5AD8210B-F1C2-7F4F-8D60-8A3D54AC4C39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1"/>
            <ac:spMk id="9" creationId="{6D62C9C0-869C-834E-A356-66D64DF26F32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1"/>
            <ac:spMk id="10" creationId="{009F6E2B-4DC5-AC4A-A2DC-6082B9AB7F2A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1"/>
            <ac:spMk id="11" creationId="{FDBC93E9-A8DE-D44A-A915-1FC5A413422A}"/>
          </ac:spMkLst>
        </pc:spChg>
        <pc:picChg chg="mod">
          <ac:chgData name="Désirée de Vries" userId="4a1f8c0e-3e9a-4b42-8f60-6c30e6e093ce" providerId="ADAL" clId="{3A5C3385-7060-C645-A52D-6AC85D4703BF}" dt="2021-02-08T13:14:19.938" v="20"/>
          <ac:picMkLst>
            <pc:docMk/>
            <pc:sldMk cId="0" sldId="261"/>
            <ac:picMk id="21" creationId="{542E2054-500D-8849-ACFD-134A7D0FAF8C}"/>
          </ac:picMkLst>
        </pc:picChg>
        <pc:picChg chg="mod">
          <ac:chgData name="Désirée de Vries" userId="4a1f8c0e-3e9a-4b42-8f60-6c30e6e093ce" providerId="ADAL" clId="{3A5C3385-7060-C645-A52D-6AC85D4703BF}" dt="2021-02-08T13:14:19.938" v="20"/>
          <ac:picMkLst>
            <pc:docMk/>
            <pc:sldMk cId="0" sldId="261"/>
            <ac:picMk id="23" creationId="{34A285DF-E936-4D4A-A6E3-E09E608D2F53}"/>
          </ac:picMkLst>
        </pc:picChg>
        <pc:picChg chg="mod">
          <ac:chgData name="Désirée de Vries" userId="4a1f8c0e-3e9a-4b42-8f60-6c30e6e093ce" providerId="ADAL" clId="{3A5C3385-7060-C645-A52D-6AC85D4703BF}" dt="2021-02-08T13:14:19.938" v="20"/>
          <ac:picMkLst>
            <pc:docMk/>
            <pc:sldMk cId="0" sldId="261"/>
            <ac:picMk id="26" creationId="{FD35FB67-F1D1-A548-992E-1A7753193E74}"/>
          </ac:picMkLst>
        </pc:pic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0" sldId="262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2"/>
            <ac:spMk id="3" creationId="{F5F3E28C-D2DB-514D-9958-D4FEBE35F0D3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0" sldId="263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3"/>
            <ac:spMk id="3" creationId="{CA5CB3E5-15D1-3943-83F5-0836B794B92F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3"/>
            <ac:spMk id="329" creationId="{00000000-0000-0000-0000-000000000000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3"/>
            <ac:spMk id="330" creationId="{00000000-0000-0000-0000-000000000000}"/>
          </ac:spMkLst>
        </pc:spChg>
      </pc:sldChg>
      <pc:sldChg chg="addSp delSp modSp mod modClrScheme chgLayout">
        <pc:chgData name="Désirée de Vries" userId="4a1f8c0e-3e9a-4b42-8f60-6c30e6e093ce" providerId="ADAL" clId="{3A5C3385-7060-C645-A52D-6AC85D4703BF}" dt="2021-02-10T10:20:34.360" v="92" actId="700"/>
        <pc:sldMkLst>
          <pc:docMk/>
          <pc:sldMk cId="0" sldId="264"/>
        </pc:sldMkLst>
        <pc:spChg chg="add del mod ord">
          <ac:chgData name="Désirée de Vries" userId="4a1f8c0e-3e9a-4b42-8f60-6c30e6e093ce" providerId="ADAL" clId="{3A5C3385-7060-C645-A52D-6AC85D4703BF}" dt="2021-02-10T10:15:17.064" v="40" actId="700"/>
          <ac:spMkLst>
            <pc:docMk/>
            <pc:sldMk cId="0" sldId="264"/>
            <ac:spMk id="2" creationId="{B36302C6-E5F5-C540-8CF6-0EA37BD1F238}"/>
          </ac:spMkLst>
        </pc:spChg>
        <pc:spChg chg="del mod">
          <ac:chgData name="Désirée de Vries" userId="4a1f8c0e-3e9a-4b42-8f60-6c30e6e093ce" providerId="ADAL" clId="{3A5C3385-7060-C645-A52D-6AC85D4703BF}" dt="2021-02-10T10:12:45.157" v="28" actId="700"/>
          <ac:spMkLst>
            <pc:docMk/>
            <pc:sldMk cId="0" sldId="264"/>
            <ac:spMk id="3" creationId="{15970659-8A85-FF4A-B71F-103EEE6A0DA2}"/>
          </ac:spMkLst>
        </pc:spChg>
        <pc:spChg chg="add del mod ord">
          <ac:chgData name="Désirée de Vries" userId="4a1f8c0e-3e9a-4b42-8f60-6c30e6e093ce" providerId="ADAL" clId="{3A5C3385-7060-C645-A52D-6AC85D4703BF}" dt="2021-02-10T10:15:17.064" v="40" actId="700"/>
          <ac:spMkLst>
            <pc:docMk/>
            <pc:sldMk cId="0" sldId="264"/>
            <ac:spMk id="4" creationId="{819C2CB8-2FD8-0E4C-89A2-A09755CF84E8}"/>
          </ac:spMkLst>
        </pc:spChg>
        <pc:spChg chg="add del mod ord">
          <ac:chgData name="Désirée de Vries" userId="4a1f8c0e-3e9a-4b42-8f60-6c30e6e093ce" providerId="ADAL" clId="{3A5C3385-7060-C645-A52D-6AC85D4703BF}" dt="2021-02-10T10:15:22.038" v="41" actId="700"/>
          <ac:spMkLst>
            <pc:docMk/>
            <pc:sldMk cId="0" sldId="264"/>
            <ac:spMk id="5" creationId="{23DBB4BD-D780-CF44-9F65-82C3717C1515}"/>
          </ac:spMkLst>
        </pc:spChg>
        <pc:spChg chg="add del mod ord">
          <ac:chgData name="Désirée de Vries" userId="4a1f8c0e-3e9a-4b42-8f60-6c30e6e093ce" providerId="ADAL" clId="{3A5C3385-7060-C645-A52D-6AC85D4703BF}" dt="2021-02-10T10:15:27.316" v="42" actId="478"/>
          <ac:spMkLst>
            <pc:docMk/>
            <pc:sldMk cId="0" sldId="264"/>
            <ac:spMk id="6" creationId="{8A43ED7F-A51E-7F48-A0B0-D642DB7AA243}"/>
          </ac:spMkLst>
        </pc:spChg>
        <pc:spChg chg="add del mod ord">
          <ac:chgData name="Désirée de Vries" userId="4a1f8c0e-3e9a-4b42-8f60-6c30e6e093ce" providerId="ADAL" clId="{3A5C3385-7060-C645-A52D-6AC85D4703BF}" dt="2021-02-10T10:15:35.800" v="43" actId="700"/>
          <ac:spMkLst>
            <pc:docMk/>
            <pc:sldMk cId="0" sldId="264"/>
            <ac:spMk id="7" creationId="{954E9B8A-776D-0540-87F7-4D511CFAC9FA}"/>
          </ac:spMkLst>
        </pc:spChg>
        <pc:spChg chg="add del mod ord">
          <ac:chgData name="Désirée de Vries" userId="4a1f8c0e-3e9a-4b42-8f60-6c30e6e093ce" providerId="ADAL" clId="{3A5C3385-7060-C645-A52D-6AC85D4703BF}" dt="2021-02-10T10:16:18.614" v="46" actId="478"/>
          <ac:spMkLst>
            <pc:docMk/>
            <pc:sldMk cId="0" sldId="264"/>
            <ac:spMk id="8" creationId="{1E8F51A2-4DE4-C84F-AD19-BD83553BEB71}"/>
          </ac:spMkLst>
        </pc:spChg>
        <pc:spChg chg="add del mod ord">
          <ac:chgData name="Désirée de Vries" userId="4a1f8c0e-3e9a-4b42-8f60-6c30e6e093ce" providerId="ADAL" clId="{3A5C3385-7060-C645-A52D-6AC85D4703BF}" dt="2021-02-10T10:20:34.360" v="92" actId="700"/>
          <ac:spMkLst>
            <pc:docMk/>
            <pc:sldMk cId="0" sldId="264"/>
            <ac:spMk id="9" creationId="{C5E5D199-AD77-6147-BE7A-DC2D94CF55DD}"/>
          </ac:spMkLst>
        </pc:spChg>
        <pc:spChg chg="add del mod">
          <ac:chgData name="Désirée de Vries" userId="4a1f8c0e-3e9a-4b42-8f60-6c30e6e093ce" providerId="ADAL" clId="{3A5C3385-7060-C645-A52D-6AC85D4703BF}" dt="2021-02-10T10:20:34.360" v="92" actId="700"/>
          <ac:spMkLst>
            <pc:docMk/>
            <pc:sldMk cId="0" sldId="264"/>
            <ac:spMk id="11" creationId="{CE2F3499-B7AE-7F46-8189-680B7AF054C9}"/>
          </ac:spMkLst>
        </pc:spChg>
        <pc:spChg chg="add mod ord">
          <ac:chgData name="Désirée de Vries" userId="4a1f8c0e-3e9a-4b42-8f60-6c30e6e093ce" providerId="ADAL" clId="{3A5C3385-7060-C645-A52D-6AC85D4703BF}" dt="2021-02-10T10:20:34.360" v="92" actId="700"/>
          <ac:spMkLst>
            <pc:docMk/>
            <pc:sldMk cId="0" sldId="264"/>
            <ac:spMk id="12" creationId="{6EEA05E6-25BC-C64E-AD9D-2D4004EEF38D}"/>
          </ac:spMkLst>
        </pc:spChg>
        <pc:spChg chg="add mod ord">
          <ac:chgData name="Désirée de Vries" userId="4a1f8c0e-3e9a-4b42-8f60-6c30e6e093ce" providerId="ADAL" clId="{3A5C3385-7060-C645-A52D-6AC85D4703BF}" dt="2021-02-10T10:20:34.360" v="92" actId="700"/>
          <ac:spMkLst>
            <pc:docMk/>
            <pc:sldMk cId="0" sldId="264"/>
            <ac:spMk id="13" creationId="{79E21FF4-2499-094D-BF8F-332BBC9D4BF4}"/>
          </ac:spMkLst>
        </pc:spChg>
        <pc:spChg chg="del mod">
          <ac:chgData name="Désirée de Vries" userId="4a1f8c0e-3e9a-4b42-8f60-6c30e6e093ce" providerId="ADAL" clId="{3A5C3385-7060-C645-A52D-6AC85D4703BF}" dt="2021-02-10T10:12:37.926" v="27" actId="478"/>
          <ac:spMkLst>
            <pc:docMk/>
            <pc:sldMk cId="0" sldId="264"/>
            <ac:spMk id="334" creationId="{00000000-0000-0000-0000-000000000000}"/>
          </ac:spMkLst>
        </pc:spChg>
        <pc:spChg chg="mod ord">
          <ac:chgData name="Désirée de Vries" userId="4a1f8c0e-3e9a-4b42-8f60-6c30e6e093ce" providerId="ADAL" clId="{3A5C3385-7060-C645-A52D-6AC85D4703BF}" dt="2021-02-10T10:20:34.360" v="92" actId="700"/>
          <ac:spMkLst>
            <pc:docMk/>
            <pc:sldMk cId="0" sldId="264"/>
            <ac:spMk id="335" creationId="{00000000-0000-0000-0000-000000000000}"/>
          </ac:spMkLst>
        </pc:spChg>
      </pc:sldChg>
      <pc:sldChg chg="modSp">
        <pc:chgData name="Désirée de Vries" userId="4a1f8c0e-3e9a-4b42-8f60-6c30e6e093ce" providerId="ADAL" clId="{3A5C3385-7060-C645-A52D-6AC85D4703BF}" dt="2021-02-08T13:16:39.715" v="26"/>
        <pc:sldMkLst>
          <pc:docMk/>
          <pc:sldMk cId="0" sldId="265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5"/>
            <ac:spMk id="3" creationId="{C92312A2-13F3-9A40-8D1C-29CEA600C7A0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5"/>
            <ac:spMk id="339" creationId="{00000000-0000-0000-0000-000000000000}"/>
          </ac:spMkLst>
        </pc:spChg>
        <pc:graphicFrameChg chg="mod">
          <ac:chgData name="Désirée de Vries" userId="4a1f8c0e-3e9a-4b42-8f60-6c30e6e093ce" providerId="ADAL" clId="{3A5C3385-7060-C645-A52D-6AC85D4703BF}" dt="2021-02-08T13:16:39.715" v="26"/>
          <ac:graphicFrameMkLst>
            <pc:docMk/>
            <pc:sldMk cId="0" sldId="265"/>
            <ac:graphicFrameMk id="342" creationId="{00000000-0000-0000-0000-000000000000}"/>
          </ac:graphicFrameMkLst>
        </pc:graphicFrame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0" sldId="266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6"/>
            <ac:spMk id="2" creationId="{AA26141B-EF96-D846-81F5-595667AA05F9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6"/>
            <ac:spMk id="346" creationId="{00000000-0000-0000-0000-000000000000}"/>
          </ac:spMkLst>
        </pc:spChg>
        <pc:picChg chg="mod">
          <ac:chgData name="Désirée de Vries" userId="4a1f8c0e-3e9a-4b42-8f60-6c30e6e093ce" providerId="ADAL" clId="{3A5C3385-7060-C645-A52D-6AC85D4703BF}" dt="2021-02-08T13:14:19.938" v="20"/>
          <ac:picMkLst>
            <pc:docMk/>
            <pc:sldMk cId="0" sldId="266"/>
            <ac:picMk id="9" creationId="{1E8AA366-40CA-F04B-AA54-7D3377A2BA04}"/>
          </ac:picMkLst>
        </pc:pic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0" sldId="268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8"/>
            <ac:spMk id="3" creationId="{9BD74E8B-8625-2E4A-B4F4-BD3B690AB62B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0" sldId="268"/>
            <ac:spMk id="354" creationId="{00000000-0000-0000-0000-000000000000}"/>
          </ac:spMkLst>
        </pc:spChg>
      </pc:sldChg>
      <pc:sldChg chg="modSp">
        <pc:chgData name="Désirée de Vries" userId="4a1f8c0e-3e9a-4b42-8f60-6c30e6e093ce" providerId="ADAL" clId="{3A5C3385-7060-C645-A52D-6AC85D4703BF}" dt="2021-02-08T13:16:39.715" v="26"/>
        <pc:sldMkLst>
          <pc:docMk/>
          <pc:sldMk cId="0" sldId="269"/>
        </pc:sldMkLst>
        <pc:spChg chg="mod">
          <ac:chgData name="Désirée de Vries" userId="4a1f8c0e-3e9a-4b42-8f60-6c30e6e093ce" providerId="ADAL" clId="{3A5C3385-7060-C645-A52D-6AC85D4703BF}" dt="2021-02-08T13:16:39.715" v="26"/>
          <ac:spMkLst>
            <pc:docMk/>
            <pc:sldMk cId="0" sldId="269"/>
            <ac:spMk id="357" creationId="{00000000-0000-0000-0000-000000000000}"/>
          </ac:spMkLst>
        </pc:spChg>
        <pc:spChg chg="mod">
          <ac:chgData name="Désirée de Vries" userId="4a1f8c0e-3e9a-4b42-8f60-6c30e6e093ce" providerId="ADAL" clId="{3A5C3385-7060-C645-A52D-6AC85D4703BF}" dt="2021-02-08T13:16:39.715" v="26"/>
          <ac:spMkLst>
            <pc:docMk/>
            <pc:sldMk cId="0" sldId="269"/>
            <ac:spMk id="361" creationId="{00000000-0000-0000-0000-000000000000}"/>
          </ac:spMkLst>
        </pc:spChg>
        <pc:spChg chg="mod">
          <ac:chgData name="Désirée de Vries" userId="4a1f8c0e-3e9a-4b42-8f60-6c30e6e093ce" providerId="ADAL" clId="{3A5C3385-7060-C645-A52D-6AC85D4703BF}" dt="2021-02-08T13:16:39.715" v="26"/>
          <ac:spMkLst>
            <pc:docMk/>
            <pc:sldMk cId="0" sldId="269"/>
            <ac:spMk id="365" creationId="{00000000-0000-0000-0000-000000000000}"/>
          </ac:spMkLst>
        </pc:spChg>
        <pc:spChg chg="mod">
          <ac:chgData name="Désirée de Vries" userId="4a1f8c0e-3e9a-4b42-8f60-6c30e6e093ce" providerId="ADAL" clId="{3A5C3385-7060-C645-A52D-6AC85D4703BF}" dt="2021-02-08T13:16:39.715" v="26"/>
          <ac:spMkLst>
            <pc:docMk/>
            <pc:sldMk cId="0" sldId="269"/>
            <ac:spMk id="369" creationId="{00000000-0000-0000-0000-000000000000}"/>
          </ac:spMkLst>
        </pc:spChg>
        <pc:spChg chg="mod">
          <ac:chgData name="Désirée de Vries" userId="4a1f8c0e-3e9a-4b42-8f60-6c30e6e093ce" providerId="ADAL" clId="{3A5C3385-7060-C645-A52D-6AC85D4703BF}" dt="2021-02-08T13:16:39.715" v="26"/>
          <ac:spMkLst>
            <pc:docMk/>
            <pc:sldMk cId="0" sldId="269"/>
            <ac:spMk id="373" creationId="{00000000-0000-0000-0000-000000000000}"/>
          </ac:spMkLst>
        </pc:spChg>
      </pc:sldChg>
      <pc:sldChg chg="modSp">
        <pc:chgData name="Désirée de Vries" userId="4a1f8c0e-3e9a-4b42-8f60-6c30e6e093ce" providerId="ADAL" clId="{3A5C3385-7060-C645-A52D-6AC85D4703BF}" dt="2021-02-08T13:16:39.715" v="26"/>
        <pc:sldMkLst>
          <pc:docMk/>
          <pc:sldMk cId="3698863314" sldId="270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3698863314" sldId="270"/>
            <ac:spMk id="4" creationId="{38C22D05-4ECD-AC4B-97E0-F8616B3027BB}"/>
          </ac:spMkLst>
        </pc:spChg>
        <pc:spChg chg="mod">
          <ac:chgData name="Désirée de Vries" userId="4a1f8c0e-3e9a-4b42-8f60-6c30e6e093ce" providerId="ADAL" clId="{3A5C3385-7060-C645-A52D-6AC85D4703BF}" dt="2021-02-08T13:16:39.715" v="26"/>
          <ac:spMkLst>
            <pc:docMk/>
            <pc:sldMk cId="3698863314" sldId="270"/>
            <ac:spMk id="5" creationId="{03307EB1-E432-5C41-8F79-3309F3FE158C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3698863314" sldId="270"/>
            <ac:spMk id="6" creationId="{FDDC8307-043B-0E4D-A0F8-3C0B0F5A6E30}"/>
          </ac:spMkLst>
        </pc:spChg>
      </pc:sldChg>
      <pc:sldChg chg="modSp">
        <pc:chgData name="Désirée de Vries" userId="4a1f8c0e-3e9a-4b42-8f60-6c30e6e093ce" providerId="ADAL" clId="{3A5C3385-7060-C645-A52D-6AC85D4703BF}" dt="2021-02-08T13:16:39.715" v="26"/>
        <pc:sldMkLst>
          <pc:docMk/>
          <pc:sldMk cId="2028065478" sldId="271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2028065478" sldId="271"/>
            <ac:spMk id="3" creationId="{ED5CBB65-5E08-B946-9C0F-A02E610D7789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2028065478" sldId="271"/>
            <ac:spMk id="6" creationId="{79329FCB-C27F-304A-AA04-0B2B1943C997}"/>
          </ac:spMkLst>
        </pc:spChg>
        <pc:graphicFrameChg chg="mod">
          <ac:chgData name="Désirée de Vries" userId="4a1f8c0e-3e9a-4b42-8f60-6c30e6e093ce" providerId="ADAL" clId="{3A5C3385-7060-C645-A52D-6AC85D4703BF}" dt="2021-02-08T13:16:39.715" v="26"/>
          <ac:graphicFrameMkLst>
            <pc:docMk/>
            <pc:sldMk cId="2028065478" sldId="271"/>
            <ac:graphicFrameMk id="5" creationId="{A55BE29D-1D42-DA42-96D1-B8051539C6B5}"/>
          </ac:graphicFrameMkLst>
        </pc:graphicFrameChg>
        <pc:graphicFrameChg chg="mod">
          <ac:chgData name="Désirée de Vries" userId="4a1f8c0e-3e9a-4b42-8f60-6c30e6e093ce" providerId="ADAL" clId="{3A5C3385-7060-C645-A52D-6AC85D4703BF}" dt="2021-02-08T13:16:39.715" v="26"/>
          <ac:graphicFrameMkLst>
            <pc:docMk/>
            <pc:sldMk cId="2028065478" sldId="271"/>
            <ac:graphicFrameMk id="342" creationId="{00000000-0000-0000-0000-000000000000}"/>
          </ac:graphicFrameMkLst>
        </pc:graphicFrame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3027591457" sldId="272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3027591457" sldId="272"/>
            <ac:spMk id="4" creationId="{05D6D343-8353-E74A-82EA-5003C415BC1C}"/>
          </ac:spMkLst>
        </pc:spChg>
      </pc:sldChg>
      <pc:sldChg chg="modSp">
        <pc:chgData name="Désirée de Vries" userId="4a1f8c0e-3e9a-4b42-8f60-6c30e6e093ce" providerId="ADAL" clId="{3A5C3385-7060-C645-A52D-6AC85D4703BF}" dt="2021-02-08T13:16:39.715" v="26"/>
        <pc:sldMkLst>
          <pc:docMk/>
          <pc:sldMk cId="951682787" sldId="278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951682787" sldId="278"/>
            <ac:spMk id="7" creationId="{A61F4F7B-549B-4542-A8D9-20B7BD254D25}"/>
          </ac:spMkLst>
        </pc:spChg>
        <pc:spChg chg="mod">
          <ac:chgData name="Désirée de Vries" userId="4a1f8c0e-3e9a-4b42-8f60-6c30e6e093ce" providerId="ADAL" clId="{3A5C3385-7060-C645-A52D-6AC85D4703BF}" dt="2021-02-08T13:16:39.715" v="26"/>
          <ac:spMkLst>
            <pc:docMk/>
            <pc:sldMk cId="951682787" sldId="278"/>
            <ac:spMk id="8" creationId="{F2448722-06CA-BA4A-86F1-E68F33FC8555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951682787" sldId="278"/>
            <ac:spMk id="9" creationId="{10A233ED-F1CD-E548-A1A8-EAAE9D279BE3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951682787" sldId="278"/>
            <ac:spMk id="10" creationId="{46AEC556-06DA-4E45-854E-C729181B2205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951682787" sldId="278"/>
            <ac:spMk id="11" creationId="{C667F0F2-BF75-B840-B5A1-2E99D81D31AE}"/>
          </ac:spMkLst>
        </pc:spChg>
        <pc:picChg chg="mod">
          <ac:chgData name="Désirée de Vries" userId="4a1f8c0e-3e9a-4b42-8f60-6c30e6e093ce" providerId="ADAL" clId="{3A5C3385-7060-C645-A52D-6AC85D4703BF}" dt="2021-02-08T13:14:19.938" v="20"/>
          <ac:picMkLst>
            <pc:docMk/>
            <pc:sldMk cId="951682787" sldId="278"/>
            <ac:picMk id="21" creationId="{542E2054-500D-8849-ACFD-134A7D0FAF8C}"/>
          </ac:picMkLst>
        </pc:picChg>
        <pc:picChg chg="mod">
          <ac:chgData name="Désirée de Vries" userId="4a1f8c0e-3e9a-4b42-8f60-6c30e6e093ce" providerId="ADAL" clId="{3A5C3385-7060-C645-A52D-6AC85D4703BF}" dt="2021-02-08T13:14:19.938" v="20"/>
          <ac:picMkLst>
            <pc:docMk/>
            <pc:sldMk cId="951682787" sldId="278"/>
            <ac:picMk id="23" creationId="{34A285DF-E936-4D4A-A6E3-E09E608D2F53}"/>
          </ac:picMkLst>
        </pc:picChg>
        <pc:picChg chg="mod">
          <ac:chgData name="Désirée de Vries" userId="4a1f8c0e-3e9a-4b42-8f60-6c30e6e093ce" providerId="ADAL" clId="{3A5C3385-7060-C645-A52D-6AC85D4703BF}" dt="2021-02-08T13:14:19.938" v="20"/>
          <ac:picMkLst>
            <pc:docMk/>
            <pc:sldMk cId="951682787" sldId="278"/>
            <ac:picMk id="26" creationId="{FD35FB67-F1D1-A548-992E-1A7753193E74}"/>
          </ac:picMkLst>
        </pc:picChg>
        <pc:picChg chg="mod">
          <ac:chgData name="Désirée de Vries" userId="4a1f8c0e-3e9a-4b42-8f60-6c30e6e093ce" providerId="ADAL" clId="{3A5C3385-7060-C645-A52D-6AC85D4703BF}" dt="2021-02-08T13:14:19.938" v="20"/>
          <ac:picMkLst>
            <pc:docMk/>
            <pc:sldMk cId="951682787" sldId="278"/>
            <ac:picMk id="48" creationId="{A4720154-3B47-3144-9154-521B35790610}"/>
          </ac:picMkLst>
        </pc:pic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215813168" sldId="279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215813168" sldId="279"/>
            <ac:spMk id="2" creationId="{E3671ADE-220B-3D49-A3BD-1A3BD02D8191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215813168" sldId="279"/>
            <ac:spMk id="4" creationId="{C496F038-1E05-CB40-B081-4755F7112A7D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524976282" sldId="280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524976282" sldId="280"/>
            <ac:spMk id="3" creationId="{413AC4A1-3622-754E-A6CF-7A5FAE4457FA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524976282" sldId="280"/>
            <ac:spMk id="4" creationId="{C496F038-1E05-CB40-B081-4755F7112A7D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1508659228" sldId="281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1508659228" sldId="281"/>
            <ac:spMk id="3" creationId="{AA7FDB25-3397-5942-A1CB-6D955E593516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1508659228" sldId="281"/>
            <ac:spMk id="4" creationId="{C496F038-1E05-CB40-B081-4755F7112A7D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2977812954" sldId="282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2977812954" sldId="282"/>
            <ac:spMk id="2" creationId="{075064B5-6175-B840-92BA-6321DF654217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2977812954" sldId="282"/>
            <ac:spMk id="4" creationId="{C496F038-1E05-CB40-B081-4755F7112A7D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4137673941" sldId="283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4137673941" sldId="283"/>
            <ac:spMk id="2" creationId="{1A0E2F73-290B-5340-BBB3-DAD98EFE83DC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4137673941" sldId="283"/>
            <ac:spMk id="4" creationId="{C496F038-1E05-CB40-B081-4755F7112A7D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3368102763" sldId="284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3368102763" sldId="284"/>
            <ac:spMk id="3" creationId="{331760E6-46E7-6D41-BC3A-65FEDBC02699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3368102763" sldId="284"/>
            <ac:spMk id="4" creationId="{C496F038-1E05-CB40-B081-4755F7112A7D}"/>
          </ac:spMkLst>
        </pc:spChg>
      </pc:sldChg>
      <pc:sldChg chg="modSp">
        <pc:chgData name="Désirée de Vries" userId="4a1f8c0e-3e9a-4b42-8f60-6c30e6e093ce" providerId="ADAL" clId="{3A5C3385-7060-C645-A52D-6AC85D4703BF}" dt="2021-02-08T13:14:19.938" v="20"/>
        <pc:sldMkLst>
          <pc:docMk/>
          <pc:sldMk cId="1531709682" sldId="286"/>
        </pc:sldMkLst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1531709682" sldId="286"/>
            <ac:spMk id="12" creationId="{15FBD4B4-C6B3-8F4F-B338-BEC5C1E9341D}"/>
          </ac:spMkLst>
        </pc:spChg>
        <pc:spChg chg="mod">
          <ac:chgData name="Désirée de Vries" userId="4a1f8c0e-3e9a-4b42-8f60-6c30e6e093ce" providerId="ADAL" clId="{3A5C3385-7060-C645-A52D-6AC85D4703BF}" dt="2021-02-08T13:14:19.938" v="20"/>
          <ac:spMkLst>
            <pc:docMk/>
            <pc:sldMk cId="1531709682" sldId="286"/>
            <ac:spMk id="13" creationId="{86ED38B8-C6C4-4C4A-A923-DEBBD0D6649B}"/>
          </ac:spMkLst>
        </pc:spChg>
      </pc:sldChg>
      <pc:sldChg chg="addSp delSp new del mod">
        <pc:chgData name="Désirée de Vries" userId="4a1f8c0e-3e9a-4b42-8f60-6c30e6e093ce" providerId="ADAL" clId="{3A5C3385-7060-C645-A52D-6AC85D4703BF}" dt="2021-02-10T10:14:35.832" v="35" actId="680"/>
        <pc:sldMkLst>
          <pc:docMk/>
          <pc:sldMk cId="2099178508" sldId="287"/>
        </pc:sldMkLst>
        <pc:spChg chg="add del">
          <ac:chgData name="Désirée de Vries" userId="4a1f8c0e-3e9a-4b42-8f60-6c30e6e093ce" providerId="ADAL" clId="{3A5C3385-7060-C645-A52D-6AC85D4703BF}" dt="2021-02-10T10:14:35.096" v="34" actId="478"/>
          <ac:spMkLst>
            <pc:docMk/>
            <pc:sldMk cId="2099178508" sldId="287"/>
            <ac:spMk id="2" creationId="{CD92921D-9F11-704F-83ED-6A609272F74C}"/>
          </ac:spMkLst>
        </pc:spChg>
      </pc:sldChg>
      <pc:sldChg chg="new del">
        <pc:chgData name="Désirée de Vries" userId="4a1f8c0e-3e9a-4b42-8f60-6c30e6e093ce" providerId="ADAL" clId="{3A5C3385-7060-C645-A52D-6AC85D4703BF}" dt="2021-02-10T10:14:51.718" v="39" actId="680"/>
        <pc:sldMkLst>
          <pc:docMk/>
          <pc:sldMk cId="2951602086" sldId="287"/>
        </pc:sldMkLst>
      </pc:sldChg>
      <pc:sldChg chg="new del">
        <pc:chgData name="Désirée de Vries" userId="4a1f8c0e-3e9a-4b42-8f60-6c30e6e093ce" providerId="ADAL" clId="{3A5C3385-7060-C645-A52D-6AC85D4703BF}" dt="2021-02-10T10:14:50.966" v="38" actId="680"/>
        <pc:sldMkLst>
          <pc:docMk/>
          <pc:sldMk cId="410225848" sldId="288"/>
        </pc:sldMkLst>
      </pc:sldChg>
      <pc:sldMasterChg chg="modSp modSldLayout">
        <pc:chgData name="Désirée de Vries" userId="4a1f8c0e-3e9a-4b42-8f60-6c30e6e093ce" providerId="ADAL" clId="{3A5C3385-7060-C645-A52D-6AC85D4703BF}" dt="2021-02-10T10:20:57.944" v="95" actId="2710"/>
        <pc:sldMasterMkLst>
          <pc:docMk/>
          <pc:sldMasterMk cId="0" sldId="2147483648"/>
        </pc:sldMasterMkLst>
        <pc:spChg chg="mod">
          <ac:chgData name="Désirée de Vries" userId="4a1f8c0e-3e9a-4b42-8f60-6c30e6e093ce" providerId="ADAL" clId="{3A5C3385-7060-C645-A52D-6AC85D4703BF}" dt="2021-02-08T13:15:08.729" v="24" actId="113"/>
          <ac:spMkLst>
            <pc:docMk/>
            <pc:sldMasterMk cId="0" sldId="2147483648"/>
            <ac:spMk id="5" creationId="{AC6072B2-B390-EF4D-B136-A503B3920788}"/>
          </ac:spMkLst>
        </pc:sp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50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0"/>
              <ac:spMk id="3" creationId="{D1C27D7C-C5BD-2043-BD63-705E8D52EA6F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0"/>
              <ac:spMk id="20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51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1"/>
              <ac:spMk id="7" creationId="{2DD84302-E454-C748-A664-E8A6B2907BFA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1"/>
              <ac:spMk id="34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52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2"/>
              <ac:spMk id="7" creationId="{E930839C-8D5A-5C4A-BD99-2B86ABBF1998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2"/>
              <ac:spMk id="46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53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3"/>
              <ac:spMk id="8" creationId="{163EF0E3-EF48-1C45-9E2A-8F872E1386B2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3"/>
              <ac:spMk id="57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54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4"/>
              <ac:spMk id="7" creationId="{22EE24A9-6AA1-0F43-913E-69C59EED4D57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4"/>
              <ac:spMk id="6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55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5"/>
              <ac:spMk id="8" creationId="{08E7AD17-948F-B641-968C-A7DF3467449E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5"/>
              <ac:spMk id="81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56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6"/>
              <ac:spMk id="8" creationId="{5FE40CEA-C0C8-404F-B42B-73508B0DFC23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6"/>
              <ac:spMk id="93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57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7"/>
              <ac:spMk id="8" creationId="{FC23D214-7128-974B-9AD7-4C9530D09175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7"/>
              <ac:spMk id="105" creationId="{00000000-0000-0000-0000-000000000000}"/>
            </ac:spMkLst>
          </pc:spChg>
        </pc:sldLayoutChg>
        <pc:sldLayoutChg chg="addSp delSp modSp mod">
          <pc:chgData name="Désirée de Vries" userId="4a1f8c0e-3e9a-4b42-8f60-6c30e6e093ce" providerId="ADAL" clId="{3A5C3385-7060-C645-A52D-6AC85D4703BF}" dt="2021-02-10T10:20:57.944" v="95" actId="2710"/>
          <pc:sldLayoutMkLst>
            <pc:docMk/>
            <pc:sldMasterMk cId="0" sldId="2147483648"/>
            <pc:sldLayoutMk cId="0" sldId="2147483659"/>
          </pc:sldLayoutMkLst>
          <pc:spChg chg="add del">
            <ac:chgData name="Désirée de Vries" userId="4a1f8c0e-3e9a-4b42-8f60-6c30e6e093ce" providerId="ADAL" clId="{3A5C3385-7060-C645-A52D-6AC85D4703BF}" dt="2021-02-10T10:13:43.628" v="29" actId="11529"/>
            <ac:spMkLst>
              <pc:docMk/>
              <pc:sldMasterMk cId="0" sldId="2147483648"/>
              <pc:sldLayoutMk cId="0" sldId="2147483659"/>
              <ac:spMk id="2" creationId="{F0AFD3A0-A362-2544-A0C9-C5A958AB1485}"/>
            </ac:spMkLst>
          </pc:spChg>
          <pc:spChg chg="mod">
            <ac:chgData name="Désirée de Vries" userId="4a1f8c0e-3e9a-4b42-8f60-6c30e6e093ce" providerId="ADAL" clId="{3A5C3385-7060-C645-A52D-6AC85D4703BF}" dt="2021-02-10T10:20:57.944" v="95" actId="2710"/>
            <ac:spMkLst>
              <pc:docMk/>
              <pc:sldMasterMk cId="0" sldId="2147483648"/>
              <pc:sldLayoutMk cId="0" sldId="2147483659"/>
              <ac:spMk id="3" creationId="{E93AD42D-71CE-074D-B894-27AA00F8D8ED}"/>
            </ac:spMkLst>
          </pc:spChg>
          <pc:spChg chg="add del mod">
            <ac:chgData name="Désirée de Vries" userId="4a1f8c0e-3e9a-4b42-8f60-6c30e6e093ce" providerId="ADAL" clId="{3A5C3385-7060-C645-A52D-6AC85D4703BF}" dt="2021-02-10T10:14:15.804" v="31" actId="478"/>
            <ac:spMkLst>
              <pc:docMk/>
              <pc:sldMasterMk cId="0" sldId="2147483648"/>
              <pc:sldLayoutMk cId="0" sldId="2147483659"/>
              <ac:spMk id="4" creationId="{6C3E90A2-1BEB-1F40-AFCF-9CC1092B1842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9"/>
              <ac:spMk id="7" creationId="{E388ED50-90D0-5E43-A68D-AF38A57ED9DC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59"/>
              <ac:spMk id="12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6:39.715" v="26"/>
          <pc:sldLayoutMkLst>
            <pc:docMk/>
            <pc:sldMasterMk cId="0" sldId="2147483648"/>
            <pc:sldLayoutMk cId="0" sldId="2147483660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0"/>
              <ac:spMk id="23" creationId="{6754B763-9B26-5F4D-9DDD-295ED2CE7BBB}"/>
            </ac:spMkLst>
          </pc:spChg>
          <pc:spChg chg="mod">
            <ac:chgData name="Désirée de Vries" userId="4a1f8c0e-3e9a-4b42-8f60-6c30e6e093ce" providerId="ADAL" clId="{3A5C3385-7060-C645-A52D-6AC85D4703BF}" dt="2021-02-08T13:16:39.715" v="26"/>
            <ac:spMkLst>
              <pc:docMk/>
              <pc:sldMasterMk cId="0" sldId="2147483648"/>
              <pc:sldLayoutMk cId="0" sldId="2147483660"/>
              <ac:spMk id="143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6:39.715" v="26"/>
            <ac:spMkLst>
              <pc:docMk/>
              <pc:sldMasterMk cId="0" sldId="2147483648"/>
              <pc:sldLayoutMk cId="0" sldId="2147483660"/>
              <ac:spMk id="144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6:39.715" v="26"/>
            <ac:spMkLst>
              <pc:docMk/>
              <pc:sldMasterMk cId="0" sldId="2147483648"/>
              <pc:sldLayoutMk cId="0" sldId="2147483660"/>
              <ac:spMk id="145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6:39.715" v="26"/>
            <ac:spMkLst>
              <pc:docMk/>
              <pc:sldMasterMk cId="0" sldId="2147483648"/>
              <pc:sldLayoutMk cId="0" sldId="2147483660"/>
              <ac:spMk id="146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0"/>
              <ac:spMk id="147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0"/>
              <ac:spMk id="148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0"/>
              <ac:spMk id="149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0"/>
              <ac:spMk id="150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0"/>
              <ac:spMk id="158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6:39.715" v="26"/>
          <pc:sldLayoutMkLst>
            <pc:docMk/>
            <pc:sldMasterMk cId="0" sldId="2147483648"/>
            <pc:sldLayoutMk cId="0" sldId="2147483661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1"/>
              <ac:spMk id="21" creationId="{176D0EB5-30B8-D742-8494-E66A28234271}"/>
            </ac:spMkLst>
          </pc:spChg>
          <pc:spChg chg="mod">
            <ac:chgData name="Désirée de Vries" userId="4a1f8c0e-3e9a-4b42-8f60-6c30e6e093ce" providerId="ADAL" clId="{3A5C3385-7060-C645-A52D-6AC85D4703BF}" dt="2021-02-08T13:16:39.715" v="26"/>
            <ac:spMkLst>
              <pc:docMk/>
              <pc:sldMasterMk cId="0" sldId="2147483648"/>
              <pc:sldLayoutMk cId="0" sldId="2147483661"/>
              <ac:spMk id="168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1"/>
              <ac:spMk id="169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1"/>
              <ac:spMk id="170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1"/>
              <ac:spMk id="171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1"/>
              <ac:spMk id="172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1"/>
              <ac:spMk id="173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1"/>
              <ac:spMk id="174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1"/>
              <ac:spMk id="175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62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2"/>
              <ac:spMk id="7" creationId="{755E75D6-BCE2-3743-B23B-ADA859D7621F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2"/>
              <ac:spMk id="9" creationId="{40987AEB-6404-B947-B949-EA04C210AEAA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2"/>
              <ac:spMk id="14" creationId="{E592EE19-88D9-A840-9077-2CCDAB155351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2"/>
              <ac:spMk id="21" creationId="{DDA5D7FE-09C8-314F-87AB-A1C31B9D4447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2"/>
              <ac:spMk id="22" creationId="{31A486E1-4A59-294F-B6B3-5891EEC618F7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2"/>
              <ac:spMk id="27" creationId="{8F5CA571-4627-224C-9D77-40486C8CAEE6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2"/>
              <ac:spMk id="28" creationId="{FD556F44-3A4C-B54E-9EBB-988AE66999F4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63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3"/>
              <ac:spMk id="9" creationId="{084EC5BB-D862-BE40-8333-4BD18B2D2627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3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6:39.715" v="26"/>
          <pc:sldLayoutMkLst>
            <pc:docMk/>
            <pc:sldMasterMk cId="0" sldId="2147483648"/>
            <pc:sldLayoutMk cId="0" sldId="2147483664"/>
          </pc:sldLayoutMkLst>
          <pc:spChg chg="mod">
            <ac:chgData name="Désirée de Vries" userId="4a1f8c0e-3e9a-4b42-8f60-6c30e6e093ce" providerId="ADAL" clId="{3A5C3385-7060-C645-A52D-6AC85D4703BF}" dt="2021-02-08T13:16:39.715" v="26"/>
            <ac:spMkLst>
              <pc:docMk/>
              <pc:sldMasterMk cId="0" sldId="2147483648"/>
              <pc:sldLayoutMk cId="0" sldId="2147483664"/>
              <ac:spMk id="223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65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5"/>
              <ac:spMk id="24" creationId="{9D2690BA-6FB5-6848-AA76-1AD320F25EC3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5"/>
              <ac:spMk id="235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5"/>
              <ac:spMk id="236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5"/>
              <ac:spMk id="238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5"/>
              <ac:spMk id="239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5"/>
              <ac:spMk id="240" creationId="{00000000-0000-0000-0000-000000000000}"/>
            </ac:spMkLst>
          </pc:spChg>
        </pc:sldLayoutChg>
        <pc:sldLayoutChg chg="addSp delSp modSp mod">
          <pc:chgData name="Désirée de Vries" userId="4a1f8c0e-3e9a-4b42-8f60-6c30e6e093ce" providerId="ADAL" clId="{3A5C3385-7060-C645-A52D-6AC85D4703BF}" dt="2021-02-10T10:20:19.106" v="91" actId="478"/>
          <pc:sldLayoutMkLst>
            <pc:docMk/>
            <pc:sldMasterMk cId="0" sldId="2147483648"/>
            <pc:sldLayoutMk cId="0" sldId="2147483666"/>
          </pc:sldLayoutMkLst>
          <pc:spChg chg="add del">
            <ac:chgData name="Désirée de Vries" userId="4a1f8c0e-3e9a-4b42-8f60-6c30e6e093ce" providerId="ADAL" clId="{3A5C3385-7060-C645-A52D-6AC85D4703BF}" dt="2021-02-10T10:17:16.528" v="49" actId="11529"/>
            <ac:spMkLst>
              <pc:docMk/>
              <pc:sldMasterMk cId="0" sldId="2147483648"/>
              <pc:sldLayoutMk cId="0" sldId="2147483666"/>
              <ac:spMk id="2" creationId="{827E247C-0334-274B-BAED-53E1829BF002}"/>
            </ac:spMkLst>
          </pc:spChg>
          <pc:spChg chg="add mod">
            <ac:chgData name="Désirée de Vries" userId="4a1f8c0e-3e9a-4b42-8f60-6c30e6e093ce" providerId="ADAL" clId="{3A5C3385-7060-C645-A52D-6AC85D4703BF}" dt="2021-02-10T10:20:15.346" v="90" actId="167"/>
            <ac:spMkLst>
              <pc:docMk/>
              <pc:sldMasterMk cId="0" sldId="2147483648"/>
              <pc:sldLayoutMk cId="0" sldId="2147483666"/>
              <ac:spMk id="3" creationId="{1F4E9ABF-B0C6-7542-B4E3-A14FE53E49FF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6"/>
              <ac:spMk id="7" creationId="{B624312F-089F-8747-833F-C586226A1C44}"/>
            </ac:spMkLst>
          </pc:spChg>
          <pc:spChg chg="del mod">
            <ac:chgData name="Désirée de Vries" userId="4a1f8c0e-3e9a-4b42-8f60-6c30e6e093ce" providerId="ADAL" clId="{3A5C3385-7060-C645-A52D-6AC85D4703BF}" dt="2021-02-10T10:20:19.106" v="91" actId="478"/>
            <ac:spMkLst>
              <pc:docMk/>
              <pc:sldMasterMk cId="0" sldId="2147483648"/>
              <pc:sldLayoutMk cId="0" sldId="2147483666"/>
              <ac:spMk id="265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6"/>
              <ac:spMk id="266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67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7"/>
              <ac:spMk id="6" creationId="{D4BA4D92-35E7-3741-BC0F-67123F8EE2DB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68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8"/>
              <ac:spMk id="11" creationId="{D1DB93AE-4F36-F04C-9AE0-D4AB6D335677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8"/>
              <ac:spMk id="288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8"/>
              <ac:spMk id="28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0" sldId="2147483669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9"/>
              <ac:spMk id="3" creationId="{C2A7228B-68D9-6B4B-95AD-0A8411E5A688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9"/>
              <ac:spMk id="10" creationId="{49FD0D73-C276-1B4D-A11A-376E045066BC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0" sldId="2147483669"/>
              <ac:spMk id="22" creationId="{91BADA7C-92AD-1040-A48F-FA96EC94F90A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69874114" sldId="2147483670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69874114" sldId="2147483670"/>
              <ac:spMk id="7" creationId="{56BF4278-2CC2-EA47-93DC-2F88378ED901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69874114" sldId="2147483670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634889431" sldId="2147483671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634889431" sldId="2147483671"/>
              <ac:spMk id="7" creationId="{F1946BFB-5535-EB4B-8D0C-8730BEEB89BC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634889431" sldId="2147483671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1568732045" sldId="2147483672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1568732045" sldId="2147483672"/>
              <ac:spMk id="7" creationId="{5D9C1775-C591-A54D-A877-BDAE6ED11944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700055589" sldId="2147483673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0055589" sldId="2147483673"/>
              <ac:spMk id="9" creationId="{40987AEB-6404-B947-B949-EA04C210AEAA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0055589" sldId="2147483673"/>
              <ac:spMk id="16" creationId="{75C28C4D-66C1-F342-9E68-4371F3F10D21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0055589" sldId="2147483673"/>
              <ac:spMk id="19" creationId="{DE46A7EE-6D7B-AF40-9BC4-BBAF28C4E085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0055589" sldId="2147483673"/>
              <ac:spMk id="20" creationId="{49925E07-337A-2B41-AFF9-5A66089C86EB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0055589" sldId="2147483673"/>
              <ac:spMk id="23" creationId="{62477EE8-4D5F-C346-ACB4-233F29E176AD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0055589" sldId="2147483673"/>
              <ac:spMk id="35" creationId="{E393D169-7260-A140-823A-B78FBCD30783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0055589" sldId="2147483673"/>
              <ac:spMk id="36" creationId="{2878E8EC-FE9F-6642-81C1-3699CED923A0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0055589" sldId="2147483673"/>
              <ac:spMk id="37" creationId="{E810BD09-AF28-244E-881A-56F004E0BB56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0055589" sldId="2147483673"/>
              <ac:spMk id="38" creationId="{18667554-632F-F642-A199-6245578C0887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703358876" sldId="2147483674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3358876" sldId="2147483674"/>
              <ac:spMk id="7" creationId="{90407BC8-F537-A04A-A1FF-395E13E5F539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703358876" sldId="2147483674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4003859484" sldId="2147483675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4003859484" sldId="2147483675"/>
              <ac:spMk id="7" creationId="{DFE9755E-7A18-9F4D-934C-B8A58CCE0947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4003859484" sldId="2147483675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2385524610" sldId="2147483676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2385524610" sldId="2147483676"/>
              <ac:spMk id="7" creationId="{74A92C61-922B-6D47-9D14-104AEB2E4F8B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2385524610" sldId="2147483676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1088029666" sldId="2147483677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1088029666" sldId="2147483677"/>
              <ac:spMk id="9" creationId="{740A1FCD-F169-F742-8620-EAA0E58A7D9A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1088029666" sldId="2147483677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4201037569" sldId="2147483678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4201037569" sldId="2147483678"/>
              <ac:spMk id="9" creationId="{D8AEFF37-5CE4-6B40-BCE4-56A906BE6814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4201037569" sldId="2147483678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524881888" sldId="2147483679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524881888" sldId="2147483679"/>
              <ac:spMk id="7" creationId="{BCA43470-00BF-4B41-A841-EDC0FADCAC1C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524881888" sldId="2147483679"/>
              <ac:spMk id="57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09:35.674" v="10"/>
          <pc:sldLayoutMkLst>
            <pc:docMk/>
            <pc:sldMasterMk cId="0" sldId="2147483648"/>
            <pc:sldLayoutMk cId="2670750752" sldId="2147483680"/>
          </pc:sldLayoutMkLst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2670750752" sldId="2147483680"/>
              <ac:spMk id="7" creationId="{46500245-A054-6344-B570-0BEA35A832AA}"/>
            </ac:spMkLst>
          </pc:spChg>
          <pc:spChg chg="mod">
            <ac:chgData name="Désirée de Vries" userId="4a1f8c0e-3e9a-4b42-8f60-6c30e6e093ce" providerId="ADAL" clId="{3A5C3385-7060-C645-A52D-6AC85D4703BF}" dt="2021-02-08T13:09:35.674" v="10"/>
            <ac:spMkLst>
              <pc:docMk/>
              <pc:sldMasterMk cId="0" sldId="2147483648"/>
              <pc:sldLayoutMk cId="2670750752" sldId="2147483680"/>
              <ac:spMk id="20" creationId="{00000000-0000-0000-0000-000000000000}"/>
            </ac:spMkLst>
          </pc:spChg>
        </pc:sldLayoutChg>
      </pc:sldMasterChg>
      <pc:sldMasterChg chg="modSp modSldLayout">
        <pc:chgData name="Désirée de Vries" userId="4a1f8c0e-3e9a-4b42-8f60-6c30e6e093ce" providerId="ADAL" clId="{3A5C3385-7060-C645-A52D-6AC85D4703BF}" dt="2021-02-08T13:14:19.281" v="18"/>
        <pc:sldMasterMkLst>
          <pc:docMk/>
          <pc:sldMasterMk cId="4123878602" sldId="2147483681"/>
        </pc:sldMasterMkLst>
        <pc:spChg chg="mod">
          <ac:chgData name="Désirée de Vries" userId="4a1f8c0e-3e9a-4b42-8f60-6c30e6e093ce" providerId="ADAL" clId="{3A5C3385-7060-C645-A52D-6AC85D4703BF}" dt="2021-02-08T13:11:27.345" v="15"/>
          <ac:spMkLst>
            <pc:docMk/>
            <pc:sldMasterMk cId="4123878602" sldId="2147483681"/>
            <ac:spMk id="5" creationId="{AC6072B2-B390-EF4D-B136-A503B3920788}"/>
          </ac:spMkLst>
        </pc:sp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50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0"/>
              <ac:spMk id="3" creationId="{D1C27D7C-C5BD-2043-BD63-705E8D52EA6F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0"/>
              <ac:spMk id="20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51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1"/>
              <ac:spMk id="7" creationId="{2DD84302-E454-C748-A664-E8A6B2907BFA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1"/>
              <ac:spMk id="34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52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2"/>
              <ac:spMk id="7" creationId="{E930839C-8D5A-5C4A-BD99-2B86ABBF1998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2"/>
              <ac:spMk id="46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53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3"/>
              <ac:spMk id="8" creationId="{163EF0E3-EF48-1C45-9E2A-8F872E1386B2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3"/>
              <ac:spMk id="57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54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4"/>
              <ac:spMk id="7" creationId="{22EE24A9-6AA1-0F43-913E-69C59EED4D5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4"/>
              <ac:spMk id="6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55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5"/>
              <ac:spMk id="8" creationId="{08E7AD17-948F-B641-968C-A7DF3467449E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5"/>
              <ac:spMk id="81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56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6"/>
              <ac:spMk id="8" creationId="{5FE40CEA-C0C8-404F-B42B-73508B0DFC23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6"/>
              <ac:spMk id="93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57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7"/>
              <ac:spMk id="8" creationId="{FC23D214-7128-974B-9AD7-4C9530D09175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7"/>
              <ac:spMk id="105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59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9"/>
              <ac:spMk id="3" creationId="{E93AD42D-71CE-074D-B894-27AA00F8D8ED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9"/>
              <ac:spMk id="7" creationId="{E388ED50-90D0-5E43-A68D-AF38A57ED9DC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59"/>
              <ac:spMk id="12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60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0"/>
              <ac:spMk id="23" creationId="{6754B763-9B26-5F4D-9DDD-295ED2CE7BBB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0"/>
              <ac:spMk id="147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0"/>
              <ac:spMk id="148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0"/>
              <ac:spMk id="149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0"/>
              <ac:spMk id="150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0"/>
              <ac:spMk id="158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61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1"/>
              <ac:spMk id="21" creationId="{176D0EB5-30B8-D742-8494-E66A28234271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1"/>
              <ac:spMk id="169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1"/>
              <ac:spMk id="170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1"/>
              <ac:spMk id="171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1"/>
              <ac:spMk id="172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1"/>
              <ac:spMk id="173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1"/>
              <ac:spMk id="174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1"/>
              <ac:spMk id="175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62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2"/>
              <ac:spMk id="7" creationId="{755E75D6-BCE2-3743-B23B-ADA859D7621F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2"/>
              <ac:spMk id="9" creationId="{40987AEB-6404-B947-B949-EA04C210AEAA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2"/>
              <ac:spMk id="14" creationId="{E592EE19-88D9-A840-9077-2CCDAB155351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2"/>
              <ac:spMk id="21" creationId="{DDA5D7FE-09C8-314F-87AB-A1C31B9D444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2"/>
              <ac:spMk id="22" creationId="{31A486E1-4A59-294F-B6B3-5891EEC618F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2"/>
              <ac:spMk id="27" creationId="{8F5CA571-4627-224C-9D77-40486C8CAEE6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2"/>
              <ac:spMk id="28" creationId="{FD556F44-3A4C-B54E-9EBB-988AE66999F4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63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3"/>
              <ac:spMk id="9" creationId="{084EC5BB-D862-BE40-8333-4BD18B2D262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3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65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5"/>
              <ac:spMk id="24" creationId="{9D2690BA-6FB5-6848-AA76-1AD320F25EC3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5"/>
              <ac:spMk id="235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5"/>
              <ac:spMk id="236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5"/>
              <ac:spMk id="238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5"/>
              <ac:spMk id="239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5"/>
              <ac:spMk id="240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66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6"/>
              <ac:spMk id="7" creationId="{B624312F-089F-8747-833F-C586226A1C44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6"/>
              <ac:spMk id="266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67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7"/>
              <ac:spMk id="6" creationId="{D4BA4D92-35E7-3741-BC0F-67123F8EE2DB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68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8"/>
              <ac:spMk id="11" creationId="{D1DB93AE-4F36-F04C-9AE0-D4AB6D33567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8"/>
              <ac:spMk id="288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8"/>
              <ac:spMk id="28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0" sldId="2147483669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9"/>
              <ac:spMk id="3" creationId="{C2A7228B-68D9-6B4B-95AD-0A8411E5A688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9"/>
              <ac:spMk id="10" creationId="{49FD0D73-C276-1B4D-A11A-376E045066BC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0" sldId="2147483669"/>
              <ac:spMk id="22" creationId="{91BADA7C-92AD-1040-A48F-FA96EC94F90A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69874114" sldId="2147483670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69874114" sldId="2147483670"/>
              <ac:spMk id="7" creationId="{56BF4278-2CC2-EA47-93DC-2F88378ED901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69874114" sldId="2147483670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634889431" sldId="2147483671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634889431" sldId="2147483671"/>
              <ac:spMk id="7" creationId="{F1946BFB-5535-EB4B-8D0C-8730BEEB89BC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634889431" sldId="2147483671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1568732045" sldId="2147483672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1568732045" sldId="2147483672"/>
              <ac:spMk id="7" creationId="{5D9C1775-C591-A54D-A877-BDAE6ED11944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700055589" sldId="2147483673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0055589" sldId="2147483673"/>
              <ac:spMk id="9" creationId="{40987AEB-6404-B947-B949-EA04C210AEAA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0055589" sldId="2147483673"/>
              <ac:spMk id="16" creationId="{75C28C4D-66C1-F342-9E68-4371F3F10D21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0055589" sldId="2147483673"/>
              <ac:spMk id="19" creationId="{DE46A7EE-6D7B-AF40-9BC4-BBAF28C4E085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0055589" sldId="2147483673"/>
              <ac:spMk id="20" creationId="{49925E07-337A-2B41-AFF9-5A66089C86EB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0055589" sldId="2147483673"/>
              <ac:spMk id="23" creationId="{62477EE8-4D5F-C346-ACB4-233F29E176AD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0055589" sldId="2147483673"/>
              <ac:spMk id="35" creationId="{E393D169-7260-A140-823A-B78FBCD30783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0055589" sldId="2147483673"/>
              <ac:spMk id="36" creationId="{2878E8EC-FE9F-6642-81C1-3699CED923A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0055589" sldId="2147483673"/>
              <ac:spMk id="37" creationId="{E810BD09-AF28-244E-881A-56F004E0BB56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0055589" sldId="2147483673"/>
              <ac:spMk id="38" creationId="{18667554-632F-F642-A199-6245578C0887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703358876" sldId="2147483674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3358876" sldId="2147483674"/>
              <ac:spMk id="7" creationId="{90407BC8-F537-A04A-A1FF-395E13E5F539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703358876" sldId="2147483674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4003859484" sldId="2147483675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4003859484" sldId="2147483675"/>
              <ac:spMk id="7" creationId="{DFE9755E-7A18-9F4D-934C-B8A58CCE094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4003859484" sldId="2147483675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2385524610" sldId="2147483676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2385524610" sldId="2147483676"/>
              <ac:spMk id="7" creationId="{74A92C61-922B-6D47-9D14-104AEB2E4F8B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2385524610" sldId="2147483676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1088029666" sldId="2147483677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1088029666" sldId="2147483677"/>
              <ac:spMk id="9" creationId="{740A1FCD-F169-F742-8620-EAA0E58A7D9A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1088029666" sldId="2147483677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4201037569" sldId="2147483678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4201037569" sldId="2147483678"/>
              <ac:spMk id="9" creationId="{D8AEFF37-5CE4-6B40-BCE4-56A906BE6814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4201037569" sldId="2147483678"/>
              <ac:spMk id="20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524881888" sldId="2147483679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524881888" sldId="2147483679"/>
              <ac:spMk id="7" creationId="{BCA43470-00BF-4B41-A841-EDC0FADCAC1C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524881888" sldId="2147483679"/>
              <ac:spMk id="57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0" sldId="2147483648"/>
            <pc:sldLayoutMk cId="2670750752" sldId="2147483680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2670750752" sldId="2147483680"/>
              <ac:spMk id="7" creationId="{46500245-A054-6344-B570-0BEA35A832AA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0" sldId="2147483648"/>
              <pc:sldLayoutMk cId="2670750752" sldId="2147483680"/>
              <ac:spMk id="20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413477202" sldId="2147483683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13477202" sldId="2147483683"/>
              <ac:spMk id="3" creationId="{D1C27D7C-C5BD-2043-BD63-705E8D52EA6F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13477202" sldId="2147483683"/>
              <ac:spMk id="20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3283770391" sldId="2147483684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283770391" sldId="2147483684"/>
              <ac:spMk id="7" creationId="{2DD84302-E454-C748-A664-E8A6B2907BFA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283770391" sldId="2147483684"/>
              <ac:spMk id="34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1090475755" sldId="2147483685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090475755" sldId="2147483685"/>
              <ac:spMk id="7" creationId="{E930839C-8D5A-5C4A-BD99-2B86ABBF1998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090475755" sldId="2147483685"/>
              <ac:spMk id="46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3855919763" sldId="2147483686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855919763" sldId="2147483686"/>
              <ac:spMk id="8" creationId="{163EF0E3-EF48-1C45-9E2A-8F872E1386B2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855919763" sldId="2147483686"/>
              <ac:spMk id="57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3096189641" sldId="2147483687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096189641" sldId="2147483687"/>
              <ac:spMk id="7" creationId="{22EE24A9-6AA1-0F43-913E-69C59EED4D5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096189641" sldId="2147483687"/>
              <ac:spMk id="6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454816723" sldId="2147483688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54816723" sldId="2147483688"/>
              <ac:spMk id="8" creationId="{08E7AD17-948F-B641-968C-A7DF3467449E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54816723" sldId="2147483688"/>
              <ac:spMk id="81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625261393" sldId="2147483689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625261393" sldId="2147483689"/>
              <ac:spMk id="8" creationId="{5FE40CEA-C0C8-404F-B42B-73508B0DFC23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625261393" sldId="2147483689"/>
              <ac:spMk id="93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862895845" sldId="2147483690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862895845" sldId="2147483690"/>
              <ac:spMk id="7" creationId="{BCA43470-00BF-4B41-A841-EDC0FADCAC1C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862895845" sldId="2147483690"/>
              <ac:spMk id="57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634030986" sldId="2147483691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634030986" sldId="2147483691"/>
              <ac:spMk id="7" creationId="{46500245-A054-6344-B570-0BEA35A832AA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634030986" sldId="2147483691"/>
              <ac:spMk id="20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4:19.281" v="18"/>
          <pc:sldLayoutMkLst>
            <pc:docMk/>
            <pc:sldMasterMk cId="4123878602" sldId="2147483681"/>
            <pc:sldLayoutMk cId="839286593" sldId="2147483692"/>
          </pc:sldLayoutMkLst>
          <pc:spChg chg="mod">
            <ac:chgData name="Désirée de Vries" userId="4a1f8c0e-3e9a-4b42-8f60-6c30e6e093ce" providerId="ADAL" clId="{3A5C3385-7060-C645-A52D-6AC85D4703BF}" dt="2021-02-08T13:14:19.281" v="18"/>
            <ac:spMkLst>
              <pc:docMk/>
              <pc:sldMasterMk cId="4123878602" sldId="2147483681"/>
              <pc:sldLayoutMk cId="839286593" sldId="2147483692"/>
              <ac:spMk id="8" creationId="{FC23D214-7128-974B-9AD7-4C9530D09175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839286593" sldId="2147483692"/>
              <ac:spMk id="105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1660328291" sldId="2147483693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60328291" sldId="2147483693"/>
              <ac:spMk id="3" creationId="{E93AD42D-71CE-074D-B894-27AA00F8D8ED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60328291" sldId="2147483693"/>
              <ac:spMk id="7" creationId="{E388ED50-90D0-5E43-A68D-AF38A57ED9DC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60328291" sldId="2147483693"/>
              <ac:spMk id="129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4080605208" sldId="2147483694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80605208" sldId="2147483694"/>
              <ac:spMk id="23" creationId="{6754B763-9B26-5F4D-9DDD-295ED2CE7BBB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80605208" sldId="2147483694"/>
              <ac:spMk id="147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80605208" sldId="2147483694"/>
              <ac:spMk id="148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80605208" sldId="2147483694"/>
              <ac:spMk id="149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80605208" sldId="2147483694"/>
              <ac:spMk id="150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80605208" sldId="2147483694"/>
              <ac:spMk id="158" creationId="{00000000-0000-0000-0000-000000000000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403318526" sldId="2147483695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3318526" sldId="2147483695"/>
              <ac:spMk id="21" creationId="{176D0EB5-30B8-D742-8494-E66A28234271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3318526" sldId="2147483695"/>
              <ac:spMk id="169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3318526" sldId="2147483695"/>
              <ac:spMk id="170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3318526" sldId="2147483695"/>
              <ac:spMk id="171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3318526" sldId="2147483695"/>
              <ac:spMk id="172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3318526" sldId="2147483695"/>
              <ac:spMk id="173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3318526" sldId="2147483695"/>
              <ac:spMk id="174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3318526" sldId="2147483695"/>
              <ac:spMk id="175" creationId="{00000000-0000-0000-0000-000000000000}"/>
            </ac:spMkLst>
          </pc:spChg>
          <pc:picChg chg="add">
            <ac:chgData name="Désirée de Vries" userId="4a1f8c0e-3e9a-4b42-8f60-6c30e6e093ce" providerId="ADAL" clId="{3A5C3385-7060-C645-A52D-6AC85D4703BF}" dt="2021-02-08T13:10:15.699" v="13"/>
            <ac:picMkLst>
              <pc:docMk/>
              <pc:sldMasterMk cId="4123878602" sldId="2147483681"/>
              <pc:sldLayoutMk cId="403318526" sldId="2147483695"/>
              <ac:picMk id="22" creationId="{E28BB60E-BE13-C543-B8E4-6636572604E6}"/>
            </ac:picMkLst>
          </pc:pic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1687605279" sldId="2147483696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87605279" sldId="2147483696"/>
              <ac:spMk id="7" creationId="{755E75D6-BCE2-3743-B23B-ADA859D7621F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87605279" sldId="2147483696"/>
              <ac:spMk id="9" creationId="{40987AEB-6404-B947-B949-EA04C210AEAA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87605279" sldId="2147483696"/>
              <ac:spMk id="14" creationId="{E592EE19-88D9-A840-9077-2CCDAB155351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87605279" sldId="2147483696"/>
              <ac:spMk id="21" creationId="{DDA5D7FE-09C8-314F-87AB-A1C31B9D444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87605279" sldId="2147483696"/>
              <ac:spMk id="22" creationId="{31A486E1-4A59-294F-B6B3-5891EEC618F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87605279" sldId="2147483696"/>
              <ac:spMk id="27" creationId="{8F5CA571-4627-224C-9D77-40486C8CAEE6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87605279" sldId="2147483696"/>
              <ac:spMk id="28" creationId="{FD556F44-3A4C-B54E-9EBB-988AE66999F4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1412201618" sldId="2147483697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412201618" sldId="2147483697"/>
              <ac:spMk id="9" creationId="{40987AEB-6404-B947-B949-EA04C210AEAA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412201618" sldId="2147483697"/>
              <ac:spMk id="16" creationId="{75C28C4D-66C1-F342-9E68-4371F3F10D21}"/>
            </ac:spMkLst>
          </pc:spChg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1412201618" sldId="2147483697"/>
              <ac:spMk id="17" creationId="{23B9AB03-4281-2840-8F70-E32B238158E6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412201618" sldId="2147483697"/>
              <ac:spMk id="19" creationId="{DE46A7EE-6D7B-AF40-9BC4-BBAF28C4E085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412201618" sldId="2147483697"/>
              <ac:spMk id="20" creationId="{49925E07-337A-2B41-AFF9-5A66089C86EB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412201618" sldId="2147483697"/>
              <ac:spMk id="23" creationId="{62477EE8-4D5F-C346-ACB4-233F29E176AD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412201618" sldId="2147483697"/>
              <ac:spMk id="35" creationId="{E393D169-7260-A140-823A-B78FBCD30783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412201618" sldId="2147483697"/>
              <ac:spMk id="36" creationId="{2878E8EC-FE9F-6642-81C1-3699CED923A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412201618" sldId="2147483697"/>
              <ac:spMk id="37" creationId="{E810BD09-AF28-244E-881A-56F004E0BB56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412201618" sldId="2147483697"/>
              <ac:spMk id="38" creationId="{18667554-632F-F642-A199-6245578C0887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1228349704" sldId="2147483698"/>
          </pc:sldLayoutMkLst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1228349704" sldId="2147483698"/>
              <ac:spMk id="6" creationId="{7234ED9E-116C-A84A-8BA0-8B70A273A2EC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228349704" sldId="2147483698"/>
              <ac:spMk id="9" creationId="{084EC5BB-D862-BE40-8333-4BD18B2D262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228349704" sldId="2147483698"/>
              <ac:spMk id="209" creationId="{00000000-0000-0000-0000-000000000000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3685591532" sldId="2147483699"/>
          </pc:sldLayoutMkLst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3685591532" sldId="2147483699"/>
              <ac:spMk id="6" creationId="{6DF92D38-F99C-3345-B74C-C562F4375E2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685591532" sldId="2147483699"/>
              <ac:spMk id="7" creationId="{F1946BFB-5535-EB4B-8D0C-8730BEEB89BC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685591532" sldId="2147483699"/>
              <ac:spMk id="209" creationId="{00000000-0000-0000-0000-000000000000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4052671812" sldId="2147483700"/>
          </pc:sldLayoutMkLst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4052671812" sldId="2147483700"/>
              <ac:spMk id="6" creationId="{857C4747-EEAD-CA49-A535-10FFF00B6E92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52671812" sldId="2147483700"/>
              <ac:spMk id="7" creationId="{90407BC8-F537-A04A-A1FF-395E13E5F539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052671812" sldId="2147483700"/>
              <ac:spMk id="209" creationId="{00000000-0000-0000-0000-000000000000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3129380894" sldId="2147483701"/>
          </pc:sldLayoutMkLst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3129380894" sldId="2147483701"/>
              <ac:spMk id="6" creationId="{015D75DF-C510-9C4E-977E-C1B6EAE6C7D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129380894" sldId="2147483701"/>
              <ac:spMk id="7" creationId="{DFE9755E-7A18-9F4D-934C-B8A58CCE094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129380894" sldId="2147483701"/>
              <ac:spMk id="209" creationId="{00000000-0000-0000-0000-000000000000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3871349662" sldId="2147483702"/>
          </pc:sldLayoutMkLst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3871349662" sldId="2147483702"/>
              <ac:spMk id="6" creationId="{21576643-FBF5-4D46-BBB2-54C64D03F4D4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871349662" sldId="2147483702"/>
              <ac:spMk id="7" creationId="{74A92C61-922B-6D47-9D14-104AEB2E4F8B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871349662" sldId="2147483702"/>
              <ac:spMk id="209" creationId="{00000000-0000-0000-0000-000000000000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3960597908" sldId="2147483703"/>
          </pc:sldLayoutMkLst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3960597908" sldId="2147483703"/>
              <ac:spMk id="6" creationId="{05C61014-1A89-CE48-9C27-E45D97B9C59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960597908" sldId="2147483703"/>
              <ac:spMk id="9" creationId="{740A1FCD-F169-F742-8620-EAA0E58A7D9A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3960597908" sldId="2147483703"/>
              <ac:spMk id="209" creationId="{00000000-0000-0000-0000-000000000000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2279439340" sldId="2147483704"/>
          </pc:sldLayoutMkLst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2279439340" sldId="2147483704"/>
              <ac:spMk id="6" creationId="{50448774-3615-EA4B-89DE-C84890E4D6E5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2279439340" sldId="2147483704"/>
              <ac:spMk id="9" creationId="{D8AEFF37-5CE4-6B40-BCE4-56A906BE6814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2279439340" sldId="2147483704"/>
              <ac:spMk id="209" creationId="{00000000-0000-0000-0000-000000000000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2521838267" sldId="2147483705"/>
          </pc:sldLayoutMkLst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2521838267" sldId="2147483705"/>
              <ac:spMk id="6" creationId="{3D44874F-D928-9E43-B50C-9C619945616B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2521838267" sldId="2147483705"/>
              <ac:spMk id="7" creationId="{56BF4278-2CC2-EA47-93DC-2F88378ED901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2521838267" sldId="2147483705"/>
              <ac:spMk id="209" creationId="{00000000-0000-0000-0000-000000000000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1656653646" sldId="2147483706"/>
          </pc:sldLayoutMkLst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1656653646" sldId="2147483706"/>
              <ac:spMk id="6" creationId="{9B7323AB-482A-8B4B-9B83-C8B5A2B1821D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656653646" sldId="2147483706"/>
              <ac:spMk id="7" creationId="{5D9C1775-C591-A54D-A877-BDAE6ED11944}"/>
            </ac:spMkLst>
          </pc:spChg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1656653646" sldId="2147483706"/>
              <ac:spMk id="8" creationId="{092E12D0-3F64-4048-8866-2A34F52CDB7D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1333246121" sldId="2147483708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333246121" sldId="2147483708"/>
              <ac:spMk id="24" creationId="{9D2690BA-6FB5-6848-AA76-1AD320F25EC3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333246121" sldId="2147483708"/>
              <ac:spMk id="235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333246121" sldId="2147483708"/>
              <ac:spMk id="236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333246121" sldId="2147483708"/>
              <ac:spMk id="238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333246121" sldId="2147483708"/>
              <ac:spMk id="239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1333246121" sldId="2147483708"/>
              <ac:spMk id="240" creationId="{00000000-0000-0000-0000-000000000000}"/>
            </ac:spMkLst>
          </pc:spChg>
          <pc:picChg chg="add">
            <ac:chgData name="Désirée de Vries" userId="4a1f8c0e-3e9a-4b42-8f60-6c30e6e093ce" providerId="ADAL" clId="{3A5C3385-7060-C645-A52D-6AC85D4703BF}" dt="2021-02-08T13:10:15.699" v="13"/>
            <ac:picMkLst>
              <pc:docMk/>
              <pc:sldMasterMk cId="4123878602" sldId="2147483681"/>
              <pc:sldLayoutMk cId="1333246121" sldId="2147483708"/>
              <ac:picMk id="25" creationId="{D7567D22-4DE6-9244-ADFE-73BC305B6084}"/>
            </ac:picMkLst>
          </pc:picChg>
          <pc:picChg chg="add">
            <ac:chgData name="Désirée de Vries" userId="4a1f8c0e-3e9a-4b42-8f60-6c30e6e093ce" providerId="ADAL" clId="{3A5C3385-7060-C645-A52D-6AC85D4703BF}" dt="2021-02-08T13:10:15.699" v="13"/>
            <ac:picMkLst>
              <pc:docMk/>
              <pc:sldMasterMk cId="4123878602" sldId="2147483681"/>
              <pc:sldLayoutMk cId="1333246121" sldId="2147483708"/>
              <ac:picMk id="26" creationId="{AC853569-446F-644F-B238-CD1E177F4723}"/>
            </ac:picMkLst>
          </pc:pic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2766509717" sldId="2147483709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2766509717" sldId="2147483709"/>
              <ac:spMk id="7" creationId="{B624312F-089F-8747-833F-C586226A1C44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2766509717" sldId="2147483709"/>
              <ac:spMk id="266" creationId="{00000000-0000-0000-0000-000000000000}"/>
            </ac:spMkLst>
          </pc:spChg>
        </pc:sldLayoutChg>
        <pc:sldLayoutChg chg="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908188207" sldId="2147483710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908188207" sldId="2147483710"/>
              <ac:spMk id="6" creationId="{D4BA4D92-35E7-3741-BC0F-67123F8EE2DB}"/>
            </ac:spMkLst>
          </pc:sp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460440130" sldId="2147483711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60440130" sldId="2147483711"/>
              <ac:spMk id="11" creationId="{D1DB93AE-4F36-F04C-9AE0-D4AB6D335677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60440130" sldId="2147483711"/>
              <ac:spMk id="288" creationId="{00000000-0000-0000-0000-000000000000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460440130" sldId="2147483711"/>
              <ac:spMk id="289" creationId="{00000000-0000-0000-0000-000000000000}"/>
            </ac:spMkLst>
          </pc:spChg>
          <pc:picChg chg="add">
            <ac:chgData name="Désirée de Vries" userId="4a1f8c0e-3e9a-4b42-8f60-6c30e6e093ce" providerId="ADAL" clId="{3A5C3385-7060-C645-A52D-6AC85D4703BF}" dt="2021-02-08T13:10:15.699" v="13"/>
            <ac:picMkLst>
              <pc:docMk/>
              <pc:sldMasterMk cId="4123878602" sldId="2147483681"/>
              <pc:sldLayoutMk cId="460440130" sldId="2147483711"/>
              <ac:picMk id="8" creationId="{A0E0F282-0360-7B4D-B955-AF551866BE81}"/>
            </ac:picMkLst>
          </pc:picChg>
        </pc:sldLayoutChg>
        <pc:sldLayoutChg chg="addSp modSp">
          <pc:chgData name="Désirée de Vries" userId="4a1f8c0e-3e9a-4b42-8f60-6c30e6e093ce" providerId="ADAL" clId="{3A5C3385-7060-C645-A52D-6AC85D4703BF}" dt="2021-02-08T13:11:27.345" v="15"/>
          <pc:sldLayoutMkLst>
            <pc:docMk/>
            <pc:sldMasterMk cId="4123878602" sldId="2147483681"/>
            <pc:sldLayoutMk cId="2702184728" sldId="2147483712"/>
          </pc:sldLayoutMkLst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2702184728" sldId="2147483712"/>
              <ac:spMk id="3" creationId="{C2A7228B-68D9-6B4B-95AD-0A8411E5A688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2702184728" sldId="2147483712"/>
              <ac:spMk id="10" creationId="{49FD0D73-C276-1B4D-A11A-376E045066BC}"/>
            </ac:spMkLst>
          </pc:spChg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2702184728" sldId="2147483712"/>
              <ac:spMk id="11" creationId="{84D525D2-BC70-2641-8B7E-8D90171D4032}"/>
            </ac:spMkLst>
          </pc:spChg>
          <pc:spChg chg="add">
            <ac:chgData name="Désirée de Vries" userId="4a1f8c0e-3e9a-4b42-8f60-6c30e6e093ce" providerId="ADAL" clId="{3A5C3385-7060-C645-A52D-6AC85D4703BF}" dt="2021-02-08T13:10:15.699" v="13"/>
            <ac:spMkLst>
              <pc:docMk/>
              <pc:sldMasterMk cId="4123878602" sldId="2147483681"/>
              <pc:sldLayoutMk cId="2702184728" sldId="2147483712"/>
              <ac:spMk id="12" creationId="{D2C06EDD-3DE6-4043-AC59-75F2E7B1ECC2}"/>
            </ac:spMkLst>
          </pc:spChg>
          <pc:spChg chg="mod">
            <ac:chgData name="Désirée de Vries" userId="4a1f8c0e-3e9a-4b42-8f60-6c30e6e093ce" providerId="ADAL" clId="{3A5C3385-7060-C645-A52D-6AC85D4703BF}" dt="2021-02-08T13:11:27.345" v="15"/>
            <ac:spMkLst>
              <pc:docMk/>
              <pc:sldMasterMk cId="4123878602" sldId="2147483681"/>
              <pc:sldLayoutMk cId="2702184728" sldId="2147483712"/>
              <ac:spMk id="22" creationId="{91BADA7C-92AD-1040-A48F-FA96EC94F90A}"/>
            </ac:spMkLst>
          </pc:spChg>
          <pc:picChg chg="add">
            <ac:chgData name="Désirée de Vries" userId="4a1f8c0e-3e9a-4b42-8f60-6c30e6e093ce" providerId="ADAL" clId="{3A5C3385-7060-C645-A52D-6AC85D4703BF}" dt="2021-02-08T13:10:15.699" v="13"/>
            <ac:picMkLst>
              <pc:docMk/>
              <pc:sldMasterMk cId="4123878602" sldId="2147483681"/>
              <pc:sldLayoutMk cId="2702184728" sldId="2147483712"/>
              <ac:picMk id="9" creationId="{03DDE408-DA23-DB4E-95F6-69F0D48D8CA3}"/>
            </ac:picMkLst>
          </pc:pic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05T10:37:29.3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23072 4313 979 0 0,'0'0'-979'0'0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05T10:37:30.9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11933 5900 1451 0 0,'0'0'-1451'0'0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2-05T10:37:30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11536 4260 2479 0 0,'0'0'-2479'0'0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1-05T14:23:42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7567 11906 2531 0 0,'0'0'-2531'0'0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8" name="Shape 30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3744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1265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0086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embracecloud.nl" TargetMode="External"/><Relationship Id="rId4" Type="http://schemas.openxmlformats.org/officeDocument/2006/relationships/hyperlink" Target="mailto:hallo@embracecloud.nl" TargetMode="Externa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emf"/><Relationship Id="rId4" Type="http://schemas.openxmlformats.org/officeDocument/2006/relationships/image" Target="../media/image25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"/>
          <p:cNvSpPr/>
          <p:nvPr/>
        </p:nvSpPr>
        <p:spPr>
          <a:xfrm>
            <a:off x="-3374" y="-596"/>
            <a:ext cx="24390748" cy="10704712"/>
          </a:xfrm>
          <a:prstGeom prst="rect">
            <a:avLst/>
          </a:prstGeom>
          <a:solidFill>
            <a:srgbClr val="DEE7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" name="Hoofdtitel"/>
          <p:cNvSpPr txBox="1">
            <a:spLocks noGrp="1"/>
          </p:cNvSpPr>
          <p:nvPr>
            <p:ph type="body" sz="quarter" idx="21"/>
          </p:nvPr>
        </p:nvSpPr>
        <p:spPr>
          <a:xfrm>
            <a:off x="1049690" y="1532856"/>
            <a:ext cx="6064251" cy="611726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dirty="0" err="1"/>
              <a:t>Hoofdtitel</a:t>
            </a:r>
            <a:endParaRPr dirty="0"/>
          </a:p>
        </p:txBody>
      </p:sp>
      <p:pic>
        <p:nvPicPr>
          <p:cNvPr id="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1957843"/>
            <a:ext cx="2162562" cy="5107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Illustratie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50967" y="1524000"/>
            <a:ext cx="9776019" cy="1024766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1C27D7C-C5BD-2043-BD63-705E8D52EA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668681" y="11958100"/>
            <a:ext cx="2105720" cy="5105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3200"/>
              </a:lnSpc>
              <a:defRPr sz="1800" b="0" i="0">
                <a:solidFill>
                  <a:srgbClr val="000000"/>
                </a:solidFill>
                <a:latin typeface="Avenir Book" panose="02000503020000020003" pitchFamily="2" charset="0"/>
              </a:defRPr>
            </a:lvl1pPr>
            <a:lvl2pPr>
              <a:defRPr sz="3000"/>
            </a:lvl2pPr>
            <a:lvl3pPr>
              <a:defRPr sz="100" b="0" i="0">
                <a:latin typeface="Nunito Sans" pitchFamily="2" charset="77"/>
              </a:defRPr>
            </a:lvl3pPr>
            <a:lvl4pPr>
              <a:defRPr sz="5300"/>
            </a:lvl4pPr>
            <a:lvl5pPr>
              <a:defRPr sz="100"/>
            </a:lvl5pPr>
            <a:lvl6pPr>
              <a:defRPr sz="7600"/>
            </a:lvl6pPr>
            <a:lvl7pPr>
              <a:defRPr sz="1800"/>
            </a:lvl7pPr>
          </a:lstStyle>
          <a:p>
            <a:pPr lvl="2" algn="l">
              <a:lnSpc>
                <a:spcPts val="3200"/>
              </a:lnSpc>
              <a:defRPr sz="1800">
                <a:solidFill>
                  <a:srgbClr val="000000"/>
                </a:solidFill>
              </a:defRPr>
            </a:pPr>
            <a:r>
              <a:rPr lang="nl-NL" sz="2400" dirty="0">
                <a:solidFill>
                  <a:srgbClr val="0C1C47"/>
                </a:solidFill>
                <a:sym typeface="Avenir Book"/>
              </a:rPr>
              <a:t>04/02/2021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"/>
          <p:cNvSpPr/>
          <p:nvPr/>
        </p:nvSpPr>
        <p:spPr>
          <a:xfrm>
            <a:off x="-3374" y="-596"/>
            <a:ext cx="24390748" cy="10704712"/>
          </a:xfrm>
          <a:prstGeom prst="rect">
            <a:avLst/>
          </a:prstGeom>
          <a:solidFill>
            <a:srgbClr val="E9F6F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3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1957843"/>
            <a:ext cx="2162561" cy="510757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Illustratie4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81008" y="1427586"/>
            <a:ext cx="10933230" cy="9839907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Hoofdtitel"/>
          <p:cNvSpPr txBox="1">
            <a:spLocks noGrp="1"/>
          </p:cNvSpPr>
          <p:nvPr>
            <p:ph type="body" sz="quarter" idx="21"/>
          </p:nvPr>
        </p:nvSpPr>
        <p:spPr>
          <a:xfrm>
            <a:off x="1049690" y="1532856"/>
            <a:ext cx="6062862" cy="763780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dirty="0" err="1"/>
              <a:t>Hoofdtitel</a:t>
            </a:r>
            <a:endParaRPr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2DD84302-E454-C748-A664-E8A6B2907B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668681" y="11958100"/>
            <a:ext cx="2105720" cy="5105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3200"/>
              </a:lnSpc>
              <a:defRPr sz="1800" b="0" i="0">
                <a:solidFill>
                  <a:srgbClr val="000000"/>
                </a:solidFill>
                <a:latin typeface="Avenir Book" panose="02000503020000020003" pitchFamily="2" charset="0"/>
              </a:defRPr>
            </a:lvl1pPr>
            <a:lvl2pPr>
              <a:defRPr sz="3000"/>
            </a:lvl2pPr>
            <a:lvl3pPr>
              <a:defRPr sz="1800"/>
            </a:lvl3pPr>
            <a:lvl4pPr>
              <a:defRPr sz="2400"/>
            </a:lvl4pPr>
            <a:lvl5pPr>
              <a:defRPr sz="2400"/>
            </a:lvl5pPr>
          </a:lstStyle>
          <a:p>
            <a:pPr lvl="2" algn="l">
              <a:lnSpc>
                <a:spcPts val="3200"/>
              </a:lnSpc>
              <a:defRPr sz="1800">
                <a:solidFill>
                  <a:srgbClr val="000000"/>
                </a:solidFill>
              </a:defRPr>
            </a:pPr>
            <a:r>
              <a:rPr lang="nl-NL" sz="2400" dirty="0">
                <a:solidFill>
                  <a:srgbClr val="0C1C47"/>
                </a:solidFill>
                <a:sym typeface="Avenir Book"/>
              </a:rPr>
              <a:t>04/02/2021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"/>
          <p:cNvSpPr/>
          <p:nvPr/>
        </p:nvSpPr>
        <p:spPr>
          <a:xfrm>
            <a:off x="-3374" y="-596"/>
            <a:ext cx="24390748" cy="10704712"/>
          </a:xfrm>
          <a:prstGeom prst="rect">
            <a:avLst/>
          </a:prstGeom>
          <a:solidFill>
            <a:srgbClr val="F6F4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4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1957843"/>
            <a:ext cx="2162561" cy="510757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Illustratie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22169" y="2242473"/>
            <a:ext cx="13134469" cy="9231053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Hoofdtitel"/>
          <p:cNvSpPr txBox="1">
            <a:spLocks noGrp="1"/>
          </p:cNvSpPr>
          <p:nvPr>
            <p:ph type="body" sz="quarter" idx="21"/>
          </p:nvPr>
        </p:nvSpPr>
        <p:spPr>
          <a:xfrm>
            <a:off x="1049690" y="1532856"/>
            <a:ext cx="6064251" cy="763780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dirty="0" err="1"/>
              <a:t>Hoofdtitel</a:t>
            </a:r>
            <a:endParaRPr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E930839C-8D5A-5C4A-BD99-2B86ABBF199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668681" y="11958100"/>
            <a:ext cx="2105720" cy="5105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3200"/>
              </a:lnSpc>
              <a:defRPr sz="1800" b="0" i="0">
                <a:solidFill>
                  <a:srgbClr val="000000"/>
                </a:solidFill>
                <a:latin typeface="Avenir Book" panose="02000503020000020003" pitchFamily="2" charset="0"/>
              </a:defRPr>
            </a:lvl1pPr>
            <a:lvl2pPr>
              <a:defRPr sz="3000"/>
            </a:lvl2pPr>
            <a:lvl3pPr>
              <a:defRPr sz="1800"/>
            </a:lvl3pPr>
            <a:lvl4pPr>
              <a:defRPr sz="2400"/>
            </a:lvl4pPr>
            <a:lvl5pPr>
              <a:defRPr sz="2400"/>
            </a:lvl5pPr>
          </a:lstStyle>
          <a:p>
            <a:pPr lvl="2" algn="l">
              <a:lnSpc>
                <a:spcPts val="3200"/>
              </a:lnSpc>
              <a:defRPr sz="1800">
                <a:solidFill>
                  <a:srgbClr val="000000"/>
                </a:solidFill>
              </a:defRPr>
            </a:pPr>
            <a:r>
              <a:rPr lang="nl-NL" sz="2400" dirty="0">
                <a:solidFill>
                  <a:srgbClr val="0C1C47"/>
                </a:solidFill>
                <a:sym typeface="Avenir Book"/>
              </a:rPr>
              <a:t>04/02/2021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"/>
          <p:cNvSpPr/>
          <p:nvPr/>
        </p:nvSpPr>
        <p:spPr>
          <a:xfrm>
            <a:off x="-3374" y="-596"/>
            <a:ext cx="24390748" cy="10704712"/>
          </a:xfrm>
          <a:prstGeom prst="rect">
            <a:avLst/>
          </a:prstGeom>
          <a:solidFill>
            <a:srgbClr val="F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5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1957843"/>
            <a:ext cx="2162561" cy="510757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Hoofdtitel"/>
          <p:cNvSpPr txBox="1">
            <a:spLocks noGrp="1"/>
          </p:cNvSpPr>
          <p:nvPr>
            <p:ph type="body" sz="quarter" idx="21"/>
          </p:nvPr>
        </p:nvSpPr>
        <p:spPr>
          <a:xfrm>
            <a:off x="1049690" y="1532856"/>
            <a:ext cx="6064251" cy="763780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dirty="0" err="1"/>
              <a:t>Hoofdtitel</a:t>
            </a:r>
            <a:endParaRPr dirty="0"/>
          </a:p>
        </p:txBody>
      </p:sp>
      <p:pic>
        <p:nvPicPr>
          <p:cNvPr id="59" name="Illustratie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52124" y="1523803"/>
            <a:ext cx="10708232" cy="10223696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163EF0E3-EF48-1C45-9E2A-8F872E1386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668681" y="11958100"/>
            <a:ext cx="2105720" cy="5105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3200"/>
              </a:lnSpc>
              <a:defRPr sz="1800" b="0" i="0">
                <a:solidFill>
                  <a:srgbClr val="000000"/>
                </a:solidFill>
                <a:latin typeface="Avenir Book" panose="02000503020000020003" pitchFamily="2" charset="0"/>
              </a:defRPr>
            </a:lvl1pPr>
            <a:lvl2pPr>
              <a:defRPr sz="3000"/>
            </a:lvl2pPr>
            <a:lvl3pPr>
              <a:defRPr sz="1800"/>
            </a:lvl3pPr>
            <a:lvl4pPr>
              <a:defRPr sz="2400"/>
            </a:lvl4pPr>
            <a:lvl5pPr>
              <a:defRPr sz="2400"/>
            </a:lvl5pPr>
          </a:lstStyle>
          <a:p>
            <a:pPr lvl="2" algn="l">
              <a:lnSpc>
                <a:spcPts val="3200"/>
              </a:lnSpc>
              <a:defRPr sz="1800">
                <a:solidFill>
                  <a:srgbClr val="000000"/>
                </a:solidFill>
              </a:defRPr>
            </a:pPr>
            <a:r>
              <a:rPr lang="nl-NL" sz="2400" dirty="0">
                <a:solidFill>
                  <a:srgbClr val="0C1C47"/>
                </a:solidFill>
                <a:sym typeface="Avenir Book"/>
              </a:rPr>
              <a:t>04/02/2021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"/>
          <p:cNvSpPr/>
          <p:nvPr/>
        </p:nvSpPr>
        <p:spPr>
          <a:xfrm>
            <a:off x="-3374" y="0"/>
            <a:ext cx="24390748" cy="10704712"/>
          </a:xfrm>
          <a:prstGeom prst="rect">
            <a:avLst/>
          </a:prstGeom>
          <a:solidFill>
            <a:srgbClr val="DEE7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6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1957843"/>
            <a:ext cx="2162561" cy="510757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Hoofdtitel"/>
          <p:cNvSpPr txBox="1">
            <a:spLocks noGrp="1"/>
          </p:cNvSpPr>
          <p:nvPr>
            <p:ph type="body" sz="quarter" idx="21"/>
          </p:nvPr>
        </p:nvSpPr>
        <p:spPr>
          <a:xfrm>
            <a:off x="1049690" y="1532856"/>
            <a:ext cx="6064251" cy="763780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dirty="0" err="1"/>
              <a:t>Hoofdtitel</a:t>
            </a:r>
            <a:endParaRPr dirty="0"/>
          </a:p>
        </p:txBody>
      </p:sp>
      <p:pic>
        <p:nvPicPr>
          <p:cNvPr id="71" name="Illustratie6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8033" y="1529457"/>
            <a:ext cx="10198995" cy="98298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22EE24A9-6AA1-0F43-913E-69C59EED4D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668681" y="11958100"/>
            <a:ext cx="2105720" cy="5105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3200"/>
              </a:lnSpc>
              <a:defRPr sz="1800" b="0" i="0">
                <a:solidFill>
                  <a:srgbClr val="000000"/>
                </a:solidFill>
                <a:latin typeface="Avenir Book" panose="02000503020000020003" pitchFamily="2" charset="0"/>
              </a:defRPr>
            </a:lvl1pPr>
            <a:lvl2pPr>
              <a:defRPr sz="4200"/>
            </a:lvl2pPr>
            <a:lvl3pPr>
              <a:defRPr sz="100"/>
            </a:lvl3pPr>
            <a:lvl4pPr>
              <a:defRPr sz="3000"/>
            </a:lvl4pPr>
            <a:lvl5pPr>
              <a:defRPr sz="2400"/>
            </a:lvl5pPr>
          </a:lstStyle>
          <a:p>
            <a:pPr lvl="2" algn="l">
              <a:lnSpc>
                <a:spcPts val="3200"/>
              </a:lnSpc>
              <a:defRPr sz="1800">
                <a:solidFill>
                  <a:srgbClr val="000000"/>
                </a:solidFill>
              </a:defRPr>
            </a:pPr>
            <a:r>
              <a:rPr lang="nl-NL" sz="2400" dirty="0">
                <a:solidFill>
                  <a:srgbClr val="0C1C47"/>
                </a:solidFill>
                <a:sym typeface="Avenir Book"/>
              </a:rPr>
              <a:t>04/02/2021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"/>
          <p:cNvSpPr/>
          <p:nvPr/>
        </p:nvSpPr>
        <p:spPr>
          <a:xfrm>
            <a:off x="-3374" y="-596"/>
            <a:ext cx="24390748" cy="10704712"/>
          </a:xfrm>
          <a:prstGeom prst="rect">
            <a:avLst/>
          </a:prstGeom>
          <a:solidFill>
            <a:srgbClr val="E9F6F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8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1957843"/>
            <a:ext cx="2162561" cy="510757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Hoofdtitel"/>
          <p:cNvSpPr txBox="1">
            <a:spLocks noGrp="1"/>
          </p:cNvSpPr>
          <p:nvPr>
            <p:ph type="body" sz="quarter" idx="21"/>
          </p:nvPr>
        </p:nvSpPr>
        <p:spPr>
          <a:xfrm>
            <a:off x="1049690" y="1532856"/>
            <a:ext cx="6064251" cy="763780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dirty="0" err="1"/>
              <a:t>Hoofdtitel</a:t>
            </a:r>
            <a:endParaRPr dirty="0"/>
          </a:p>
        </p:txBody>
      </p:sp>
      <p:pic>
        <p:nvPicPr>
          <p:cNvPr id="83" name="Illustratie7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99600" y="1190239"/>
            <a:ext cx="9208543" cy="1017278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08E7AD17-948F-B641-968C-A7DF346744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668681" y="11958100"/>
            <a:ext cx="2105720" cy="5105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3200"/>
              </a:lnSpc>
              <a:defRPr sz="1800" b="0" i="0">
                <a:solidFill>
                  <a:srgbClr val="000000"/>
                </a:solidFill>
                <a:latin typeface="Avenir Book" panose="02000503020000020003" pitchFamily="2" charset="0"/>
              </a:defRPr>
            </a:lvl1pPr>
            <a:lvl2pPr>
              <a:defRPr sz="3000"/>
            </a:lvl2pPr>
            <a:lvl3pPr>
              <a:defRPr sz="1800"/>
            </a:lvl3pPr>
            <a:lvl4pPr>
              <a:defRPr sz="2400"/>
            </a:lvl4pPr>
            <a:lvl5pPr>
              <a:defRPr sz="2400"/>
            </a:lvl5pPr>
          </a:lstStyle>
          <a:p>
            <a:pPr lvl="2" algn="l">
              <a:lnSpc>
                <a:spcPts val="3200"/>
              </a:lnSpc>
              <a:defRPr sz="1800">
                <a:solidFill>
                  <a:srgbClr val="000000"/>
                </a:solidFill>
              </a:defRPr>
            </a:pPr>
            <a:r>
              <a:rPr lang="nl-NL" sz="2400" dirty="0">
                <a:solidFill>
                  <a:srgbClr val="0C1C47"/>
                </a:solidFill>
                <a:sym typeface="Avenir Book"/>
              </a:rPr>
              <a:t>04/02/2021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"/>
          <p:cNvSpPr/>
          <p:nvPr/>
        </p:nvSpPr>
        <p:spPr>
          <a:xfrm>
            <a:off x="-3374" y="-596"/>
            <a:ext cx="24390748" cy="10704712"/>
          </a:xfrm>
          <a:prstGeom prst="rect">
            <a:avLst/>
          </a:prstGeom>
          <a:solidFill>
            <a:srgbClr val="F6F4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9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1957843"/>
            <a:ext cx="2162561" cy="510757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Hoofdtitel"/>
          <p:cNvSpPr txBox="1">
            <a:spLocks noGrp="1"/>
          </p:cNvSpPr>
          <p:nvPr>
            <p:ph type="body" sz="quarter" idx="21"/>
          </p:nvPr>
        </p:nvSpPr>
        <p:spPr>
          <a:xfrm>
            <a:off x="1049690" y="1532856"/>
            <a:ext cx="6064251" cy="763780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dirty="0" err="1"/>
              <a:t>Hoofdtitel</a:t>
            </a:r>
            <a:endParaRPr dirty="0"/>
          </a:p>
        </p:txBody>
      </p:sp>
      <p:pic>
        <p:nvPicPr>
          <p:cNvPr id="95" name="Illustratie8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1111" y="2100371"/>
            <a:ext cx="12056204" cy="908647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5FE40CEA-C0C8-404F-B42B-73508B0DFC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668681" y="11958100"/>
            <a:ext cx="2105720" cy="5105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3200"/>
              </a:lnSpc>
              <a:defRPr sz="1800" b="0" i="0">
                <a:solidFill>
                  <a:srgbClr val="000000"/>
                </a:solidFill>
                <a:latin typeface="Avenir Book" panose="02000503020000020003" pitchFamily="2" charset="0"/>
              </a:defRPr>
            </a:lvl1pPr>
            <a:lvl2pPr>
              <a:defRPr sz="3000"/>
            </a:lvl2pPr>
            <a:lvl3pPr>
              <a:defRPr sz="1800"/>
            </a:lvl3pPr>
            <a:lvl4pPr>
              <a:defRPr sz="2400"/>
            </a:lvl4pPr>
            <a:lvl5pPr>
              <a:defRPr sz="2400"/>
            </a:lvl5pPr>
          </a:lstStyle>
          <a:p>
            <a:pPr lvl="2" algn="l">
              <a:lnSpc>
                <a:spcPts val="3200"/>
              </a:lnSpc>
              <a:defRPr sz="1800">
                <a:solidFill>
                  <a:srgbClr val="000000"/>
                </a:solidFill>
              </a:defRPr>
            </a:pPr>
            <a:r>
              <a:rPr lang="nl-NL" sz="2400" dirty="0">
                <a:solidFill>
                  <a:srgbClr val="0C1C47"/>
                </a:solidFill>
                <a:sym typeface="Avenir Book"/>
              </a:rPr>
              <a:t>04/02/2021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"/>
          <p:cNvSpPr/>
          <p:nvPr/>
        </p:nvSpPr>
        <p:spPr>
          <a:xfrm>
            <a:off x="-3374" y="-596"/>
            <a:ext cx="24390748" cy="10704712"/>
          </a:xfrm>
          <a:prstGeom prst="rect">
            <a:avLst/>
          </a:prstGeom>
          <a:solidFill>
            <a:srgbClr val="F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5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1957843"/>
            <a:ext cx="2162561" cy="510757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Hoofdtitel"/>
          <p:cNvSpPr txBox="1">
            <a:spLocks noGrp="1"/>
          </p:cNvSpPr>
          <p:nvPr>
            <p:ph type="body" sz="quarter" idx="21"/>
          </p:nvPr>
        </p:nvSpPr>
        <p:spPr>
          <a:xfrm>
            <a:off x="1049690" y="1532856"/>
            <a:ext cx="6064251" cy="763780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dirty="0" err="1"/>
              <a:t>Hoofdtitel</a:t>
            </a:r>
            <a:endParaRPr dirty="0"/>
          </a:p>
        </p:txBody>
      </p:sp>
      <p:pic>
        <p:nvPicPr>
          <p:cNvPr id="59" name="Illustratie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7745" y="1523803"/>
            <a:ext cx="9516989" cy="10223696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BCA43470-00BF-4B41-A841-EDC0FADCAC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668681" y="11958100"/>
            <a:ext cx="2105720" cy="5105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3200"/>
              </a:lnSpc>
              <a:defRPr sz="1800" b="0" i="0">
                <a:solidFill>
                  <a:srgbClr val="000000"/>
                </a:solidFill>
                <a:latin typeface="Avenir Book" panose="02000503020000020003" pitchFamily="2" charset="0"/>
              </a:defRPr>
            </a:lvl1pPr>
            <a:lvl2pPr>
              <a:defRPr sz="3000"/>
            </a:lvl2pPr>
            <a:lvl3pPr>
              <a:defRPr sz="1800"/>
            </a:lvl3pPr>
            <a:lvl4pPr>
              <a:defRPr sz="2400"/>
            </a:lvl4pPr>
            <a:lvl5pPr>
              <a:defRPr sz="2400"/>
            </a:lvl5pPr>
          </a:lstStyle>
          <a:p>
            <a:pPr lvl="2" algn="l">
              <a:lnSpc>
                <a:spcPts val="3200"/>
              </a:lnSpc>
              <a:defRPr sz="1800">
                <a:solidFill>
                  <a:srgbClr val="000000"/>
                </a:solidFill>
              </a:defRPr>
            </a:pPr>
            <a:r>
              <a:rPr lang="nl-NL" sz="2400" dirty="0">
                <a:solidFill>
                  <a:srgbClr val="0C1C47"/>
                </a:solidFill>
                <a:sym typeface="Avenir Book"/>
              </a:rPr>
              <a:t>04/02/2021</a:t>
            </a:r>
          </a:p>
        </p:txBody>
      </p:sp>
    </p:spTree>
    <p:extLst>
      <p:ext uri="{BB962C8B-B14F-4D97-AF65-F5344CB8AC3E}">
        <p14:creationId xmlns:p14="http://schemas.microsoft.com/office/powerpoint/2010/main" val="52488188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"/>
          <p:cNvSpPr/>
          <p:nvPr/>
        </p:nvSpPr>
        <p:spPr>
          <a:xfrm>
            <a:off x="-3374" y="-596"/>
            <a:ext cx="24390748" cy="10704712"/>
          </a:xfrm>
          <a:prstGeom prst="rect">
            <a:avLst/>
          </a:prstGeom>
          <a:solidFill>
            <a:srgbClr val="DEE7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" name="Hoofdtitel"/>
          <p:cNvSpPr txBox="1">
            <a:spLocks noGrp="1"/>
          </p:cNvSpPr>
          <p:nvPr>
            <p:ph type="body" sz="quarter" idx="21"/>
          </p:nvPr>
        </p:nvSpPr>
        <p:spPr>
          <a:xfrm>
            <a:off x="1049690" y="1532856"/>
            <a:ext cx="6064251" cy="611726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dirty="0" err="1"/>
              <a:t>Hoofdtitel</a:t>
            </a:r>
            <a:endParaRPr dirty="0"/>
          </a:p>
        </p:txBody>
      </p:sp>
      <p:pic>
        <p:nvPicPr>
          <p:cNvPr id="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11957843"/>
            <a:ext cx="2162562" cy="5107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Illustratie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18844" y="1524000"/>
            <a:ext cx="8840264" cy="10247669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46500245-A054-6344-B570-0BEA35A832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668681" y="11958100"/>
            <a:ext cx="2105720" cy="5105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3200"/>
              </a:lnSpc>
              <a:defRPr sz="1800" b="0" i="0">
                <a:solidFill>
                  <a:srgbClr val="000000"/>
                </a:solidFill>
                <a:latin typeface="Avenir Book" panose="02000503020000020003" pitchFamily="2" charset="0"/>
              </a:defRPr>
            </a:lvl1pPr>
            <a:lvl2pPr>
              <a:defRPr sz="3000"/>
            </a:lvl2pPr>
            <a:lvl3pPr>
              <a:defRPr sz="1800"/>
            </a:lvl3pPr>
            <a:lvl4pPr>
              <a:defRPr sz="2400"/>
            </a:lvl4pPr>
            <a:lvl5pPr>
              <a:defRPr sz="2400"/>
            </a:lvl5pPr>
          </a:lstStyle>
          <a:p>
            <a:pPr lvl="2" algn="l">
              <a:lnSpc>
                <a:spcPts val="3200"/>
              </a:lnSpc>
              <a:defRPr sz="1800">
                <a:solidFill>
                  <a:srgbClr val="000000"/>
                </a:solidFill>
              </a:defRPr>
            </a:pPr>
            <a:r>
              <a:rPr lang="nl-NL" sz="2400" dirty="0">
                <a:solidFill>
                  <a:srgbClr val="0C1C47"/>
                </a:solidFill>
                <a:sym typeface="Avenir Book"/>
              </a:rPr>
              <a:t>04/02/2021</a:t>
            </a:r>
          </a:p>
        </p:txBody>
      </p:sp>
    </p:spTree>
    <p:extLst>
      <p:ext uri="{BB962C8B-B14F-4D97-AF65-F5344CB8AC3E}">
        <p14:creationId xmlns:p14="http://schemas.microsoft.com/office/powerpoint/2010/main" val="267075075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ex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2236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Rectangle"/>
          <p:cNvSpPr/>
          <p:nvPr/>
        </p:nvSpPr>
        <p:spPr>
          <a:xfrm>
            <a:off x="0" y="0"/>
            <a:ext cx="9157891" cy="13716000"/>
          </a:xfrm>
          <a:prstGeom prst="rect">
            <a:avLst/>
          </a:prstGeom>
          <a:solidFill>
            <a:srgbClr val="F6F4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05" name="Index"/>
          <p:cNvSpPr txBox="1">
            <a:spLocks noGrp="1"/>
          </p:cNvSpPr>
          <p:nvPr>
            <p:ph type="body" sz="quarter" idx="21"/>
          </p:nvPr>
        </p:nvSpPr>
        <p:spPr>
          <a:xfrm>
            <a:off x="11179175" y="1504420"/>
            <a:ext cx="12184658" cy="155956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dirty="0"/>
              <a:t>Index</a:t>
            </a:r>
          </a:p>
        </p:txBody>
      </p:sp>
      <p:pic>
        <p:nvPicPr>
          <p:cNvPr id="10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Illustratie3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769" y="4324410"/>
            <a:ext cx="9314936" cy="6778933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Lorem…">
            <a:extLst>
              <a:ext uri="{FF2B5EF4-FFF2-40B4-BE49-F238E27FC236}">
                <a16:creationId xmlns:a16="http://schemas.microsoft.com/office/drawing/2014/main" id="{FC23D214-7128-974B-9AD7-4C9530D09175}"/>
              </a:ext>
            </a:extLst>
          </p:cNvPr>
          <p:cNvSpPr txBox="1">
            <a:spLocks noGrp="1"/>
          </p:cNvSpPr>
          <p:nvPr>
            <p:ph type="body" sz="half" idx="22"/>
          </p:nvPr>
        </p:nvSpPr>
        <p:spPr>
          <a:xfrm>
            <a:off x="11155415" y="4594939"/>
            <a:ext cx="11906541" cy="628538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50000"/>
              </a:lnSpc>
              <a:buFont typeface="+mj-lt"/>
              <a:buAutoNum type="arabicPeriod"/>
              <a:defRPr b="0" i="0">
                <a:latin typeface="Nunito Sans" pitchFamily="2" charset="77"/>
              </a:defRPr>
            </a:lvl1pPr>
          </a:lstStyle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buAutoNum type="arabicPeriod"/>
              <a:defRPr sz="3200">
                <a:solidFill>
                  <a:srgbClr val="253A6C"/>
                </a:solidFill>
              </a:defRPr>
            </a:pPr>
            <a:r>
              <a:rPr dirty="0"/>
              <a:t>Lorem</a:t>
            </a:r>
          </a:p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buAutoNum type="arabicPeriod"/>
              <a:defRPr sz="3200">
                <a:solidFill>
                  <a:srgbClr val="253A6C"/>
                </a:solidFill>
              </a:defRPr>
            </a:pPr>
            <a:r>
              <a:rPr dirty="0"/>
              <a:t>Ipsum</a:t>
            </a:r>
          </a:p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buAutoNum type="arabicPeriod"/>
              <a:defRPr sz="3200">
                <a:solidFill>
                  <a:srgbClr val="253A6C"/>
                </a:solidFill>
              </a:defRPr>
            </a:pPr>
            <a:r>
              <a:rPr dirty="0"/>
              <a:t>Dolor sit</a:t>
            </a:r>
          </a:p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buAutoNum type="arabicPeriod"/>
              <a:defRPr sz="3200">
                <a:solidFill>
                  <a:srgbClr val="253A6C"/>
                </a:solidFill>
              </a:defRPr>
            </a:pPr>
            <a:r>
              <a:rPr dirty="0" err="1"/>
              <a:t>Amet</a:t>
            </a:r>
            <a:endParaRPr dirty="0"/>
          </a:p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buAutoNum type="arabicPeriod"/>
              <a:defRPr sz="3200">
                <a:solidFill>
                  <a:srgbClr val="253A6C"/>
                </a:solidFill>
              </a:defRPr>
            </a:pPr>
            <a:r>
              <a:rPr dirty="0" err="1"/>
              <a:t>Nulla</a:t>
            </a:r>
            <a:r>
              <a:rPr dirty="0"/>
              <a:t> acta</a:t>
            </a:r>
          </a:p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buAutoNum type="arabicPeriod"/>
              <a:defRPr sz="3200">
                <a:solidFill>
                  <a:srgbClr val="253A6C"/>
                </a:solidFill>
              </a:defRPr>
            </a:pPr>
            <a:r>
              <a:rPr dirty="0"/>
              <a:t>Est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kst slide met titel"/>
          <p:cNvSpPr txBox="1">
            <a:spLocks noGrp="1"/>
          </p:cNvSpPr>
          <p:nvPr>
            <p:ph type="body" sz="quarter" idx="22"/>
          </p:nvPr>
        </p:nvSpPr>
        <p:spPr>
          <a:xfrm>
            <a:off x="1026870" y="1542553"/>
            <a:ext cx="6097489" cy="761283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latin typeface="Nunito Sans SemiBold" pitchFamily="2" charset="77"/>
                <a:ea typeface="+mj-ea"/>
              </a:defRPr>
            </a:lvl1pPr>
          </a:lstStyle>
          <a:p>
            <a:r>
              <a:rPr dirty="0" err="1"/>
              <a:t>Tekst</a:t>
            </a:r>
            <a:r>
              <a:rPr dirty="0"/>
              <a:t> slide met </a:t>
            </a:r>
            <a:r>
              <a:rPr dirty="0" err="1"/>
              <a:t>titel</a:t>
            </a:r>
            <a:r>
              <a:rPr dirty="0"/>
              <a:t> </a:t>
            </a:r>
          </a:p>
        </p:txBody>
      </p:sp>
      <p:pic>
        <p:nvPicPr>
          <p:cNvPr id="13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kst slide met titel">
            <a:extLst>
              <a:ext uri="{FF2B5EF4-FFF2-40B4-BE49-F238E27FC236}">
                <a16:creationId xmlns:a16="http://schemas.microsoft.com/office/drawing/2014/main" id="{E388ED50-90D0-5E43-A68D-AF38A57ED9DC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93AD42D-71CE-074D-B894-27AA00F8D8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1300" y="1323474"/>
            <a:ext cx="14230350" cy="10881225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200" b="0" i="0">
                <a:latin typeface="Nunito Sans" pitchFamily="2" charset="77"/>
              </a:defRPr>
            </a:lvl1pPr>
            <a:lvl2pPr>
              <a:defRPr sz="3200" b="0" i="0">
                <a:latin typeface="Nunito Sans" pitchFamily="2" charset="77"/>
              </a:defRPr>
            </a:lvl2pPr>
            <a:lvl3pPr>
              <a:defRPr sz="3200" b="0" i="0">
                <a:latin typeface="Nunito Sans" pitchFamily="2" charset="77"/>
              </a:defRPr>
            </a:lvl3pPr>
            <a:lvl4pPr>
              <a:defRPr sz="3200" b="0" i="0">
                <a:latin typeface="Nunito Sans" pitchFamily="2" charset="77"/>
              </a:defRPr>
            </a:lvl4pPr>
            <a:lvl5pPr>
              <a:defRPr sz="3200" b="0" i="0">
                <a:latin typeface="Nunito Sans" pitchFamily="2" charset="77"/>
              </a:defRPr>
            </a:lvl5pPr>
          </a:lstStyle>
          <a:p>
            <a:pPr lvl="0"/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r>
              <a:rPr lang="nl-NL" dirty="0"/>
              <a:t> is </a:t>
            </a:r>
            <a:r>
              <a:rPr lang="nl-NL" dirty="0" err="1"/>
              <a:t>simply</a:t>
            </a:r>
            <a:r>
              <a:rPr lang="nl-NL" dirty="0"/>
              <a:t> dummy </a:t>
            </a:r>
            <a:r>
              <a:rPr lang="nl-NL" dirty="0" err="1"/>
              <a:t>text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printing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typesetting </a:t>
            </a:r>
            <a:r>
              <a:rPr lang="nl-NL" dirty="0" err="1"/>
              <a:t>industry</a:t>
            </a:r>
            <a:r>
              <a:rPr lang="nl-NL" dirty="0"/>
              <a:t>. </a:t>
            </a:r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r>
              <a:rPr lang="nl-NL" dirty="0"/>
              <a:t> has been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industry's</a:t>
            </a:r>
            <a:r>
              <a:rPr lang="nl-NL" dirty="0"/>
              <a:t> standard dummy </a:t>
            </a:r>
            <a:r>
              <a:rPr lang="nl-NL" dirty="0" err="1"/>
              <a:t>text</a:t>
            </a:r>
            <a:r>
              <a:rPr lang="nl-NL" dirty="0"/>
              <a:t> ever </a:t>
            </a:r>
            <a:r>
              <a:rPr lang="nl-NL" dirty="0" err="1"/>
              <a:t>since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1500s,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unknown</a:t>
            </a:r>
            <a:r>
              <a:rPr lang="nl-NL" dirty="0"/>
              <a:t> printer </a:t>
            </a:r>
            <a:r>
              <a:rPr lang="nl-NL" dirty="0" err="1"/>
              <a:t>took</a:t>
            </a:r>
            <a:r>
              <a:rPr lang="nl-NL" dirty="0"/>
              <a:t> a </a:t>
            </a:r>
            <a:r>
              <a:rPr lang="nl-NL" dirty="0" err="1"/>
              <a:t>galley</a:t>
            </a:r>
            <a:r>
              <a:rPr lang="nl-NL" dirty="0"/>
              <a:t> of type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scrambled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make a type specimen </a:t>
            </a:r>
            <a:r>
              <a:rPr lang="nl-NL" dirty="0" err="1"/>
              <a:t>book</a:t>
            </a:r>
            <a:r>
              <a:rPr lang="nl-NL" dirty="0"/>
              <a:t>. </a:t>
            </a:r>
          </a:p>
          <a:p>
            <a:pPr lvl="0"/>
            <a:endParaRPr lang="nl-NL" dirty="0"/>
          </a:p>
          <a:p>
            <a:pPr lvl="0"/>
            <a:r>
              <a:rPr lang="nl-NL" dirty="0"/>
              <a:t>It has </a:t>
            </a:r>
            <a:r>
              <a:rPr lang="nl-NL" dirty="0" err="1"/>
              <a:t>survived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five </a:t>
            </a:r>
            <a:r>
              <a:rPr lang="nl-NL" dirty="0" err="1"/>
              <a:t>centuries</a:t>
            </a:r>
            <a:r>
              <a:rPr lang="nl-NL" dirty="0"/>
              <a:t>, but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leap</a:t>
            </a:r>
            <a:r>
              <a:rPr lang="nl-NL" dirty="0"/>
              <a:t> </a:t>
            </a:r>
            <a:r>
              <a:rPr lang="nl-NL" dirty="0" err="1"/>
              <a:t>into</a:t>
            </a:r>
            <a:r>
              <a:rPr lang="nl-NL" dirty="0"/>
              <a:t> </a:t>
            </a:r>
            <a:r>
              <a:rPr lang="nl-NL" dirty="0" err="1"/>
              <a:t>electronic</a:t>
            </a:r>
            <a:r>
              <a:rPr lang="nl-NL" dirty="0"/>
              <a:t> typesetting, </a:t>
            </a:r>
            <a:r>
              <a:rPr lang="nl-NL" dirty="0" err="1"/>
              <a:t>remaining</a:t>
            </a:r>
            <a:r>
              <a:rPr lang="nl-NL" dirty="0"/>
              <a:t> </a:t>
            </a:r>
            <a:r>
              <a:rPr lang="nl-NL" dirty="0" err="1"/>
              <a:t>essentially</a:t>
            </a:r>
            <a:r>
              <a:rPr lang="nl-NL" dirty="0"/>
              <a:t> </a:t>
            </a:r>
            <a:r>
              <a:rPr lang="nl-NL" dirty="0" err="1"/>
              <a:t>unchanged</a:t>
            </a:r>
            <a:r>
              <a:rPr lang="nl-NL" dirty="0"/>
              <a:t>. It was </a:t>
            </a:r>
            <a:r>
              <a:rPr lang="nl-NL" dirty="0" err="1"/>
              <a:t>popularised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1960s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release of </a:t>
            </a:r>
            <a:r>
              <a:rPr lang="nl-NL" dirty="0" err="1"/>
              <a:t>Letraset</a:t>
            </a:r>
            <a:r>
              <a:rPr lang="nl-NL" dirty="0"/>
              <a:t> sheets </a:t>
            </a:r>
            <a:r>
              <a:rPr lang="nl-NL" dirty="0" err="1"/>
              <a:t>containing</a:t>
            </a:r>
            <a:r>
              <a:rPr lang="nl-NL" dirty="0"/>
              <a:t> </a:t>
            </a:r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r>
              <a:rPr lang="nl-NL" dirty="0"/>
              <a:t> passages, </a:t>
            </a:r>
            <a:r>
              <a:rPr lang="nl-NL" dirty="0" err="1"/>
              <a:t>and</a:t>
            </a:r>
            <a:r>
              <a:rPr lang="nl-NL" dirty="0"/>
              <a:t> more </a:t>
            </a:r>
            <a:r>
              <a:rPr lang="nl-NL" dirty="0" err="1"/>
              <a:t>recently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desktop </a:t>
            </a:r>
            <a:r>
              <a:rPr lang="nl-NL" dirty="0" err="1"/>
              <a:t>publishing</a:t>
            </a:r>
            <a:r>
              <a:rPr lang="nl-NL" dirty="0"/>
              <a:t> software like Aldus </a:t>
            </a:r>
            <a:r>
              <a:rPr lang="nl-NL" dirty="0" err="1"/>
              <a:t>PageMaker</a:t>
            </a:r>
            <a:r>
              <a:rPr lang="nl-NL" dirty="0"/>
              <a:t> </a:t>
            </a:r>
            <a:r>
              <a:rPr lang="nl-NL" dirty="0" err="1"/>
              <a:t>including</a:t>
            </a:r>
            <a:r>
              <a:rPr lang="nl-NL" dirty="0"/>
              <a:t> </a:t>
            </a:r>
            <a:r>
              <a:rPr lang="nl-NL" dirty="0" err="1"/>
              <a:t>versions</a:t>
            </a:r>
            <a:r>
              <a:rPr lang="nl-NL" dirty="0"/>
              <a:t> of </a:t>
            </a:r>
            <a:r>
              <a:rPr lang="nl-NL" dirty="0" err="1"/>
              <a:t>Lorem</a:t>
            </a:r>
            <a:r>
              <a:rPr lang="nl-NL" dirty="0"/>
              <a:t> </a:t>
            </a:r>
            <a:r>
              <a:rPr lang="nl-NL" dirty="0" err="1"/>
              <a:t>Ipsum</a:t>
            </a:r>
            <a:r>
              <a:rPr lang="nl-NL" dirty="0"/>
              <a:t>.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stor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Line"/>
          <p:cNvSpPr/>
          <p:nvPr/>
        </p:nvSpPr>
        <p:spPr>
          <a:xfrm flipH="1" flipV="1">
            <a:off x="3098968" y="7172307"/>
            <a:ext cx="21541352" cy="1"/>
          </a:xfrm>
          <a:prstGeom prst="line">
            <a:avLst/>
          </a:prstGeom>
          <a:ln w="38100">
            <a:solidFill>
              <a:srgbClr val="245B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42" name="Circle"/>
          <p:cNvSpPr/>
          <p:nvPr/>
        </p:nvSpPr>
        <p:spPr>
          <a:xfrm>
            <a:off x="2939893" y="7051592"/>
            <a:ext cx="240268" cy="240268"/>
          </a:xfrm>
          <a:prstGeom prst="ellipse">
            <a:avLst/>
          </a:prstGeom>
          <a:solidFill>
            <a:srgbClr val="2154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43" name="Op Valentijnsdag 2012, vonden Vincis en Aqtion elkaar. Onder de naam Malengo gingen ze met frisse moed de toekomst in. Malengo behoorde al snel tot de grootste internetbureaus van het noorden."/>
          <p:cNvSpPr txBox="1"/>
          <p:nvPr/>
        </p:nvSpPr>
        <p:spPr>
          <a:xfrm>
            <a:off x="19286173" y="7639991"/>
            <a:ext cx="4081100" cy="3542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</a:defRPr>
            </a:lvl1pPr>
          </a:lstStyle>
          <a:p>
            <a:r>
              <a:rPr b="0" i="0" dirty="0">
                <a:latin typeface="Nunito Sans" pitchFamily="2" charset="77"/>
              </a:rPr>
              <a:t>Op </a:t>
            </a:r>
            <a:r>
              <a:rPr b="0" i="0" dirty="0" err="1">
                <a:latin typeface="Nunito Sans" pitchFamily="2" charset="77"/>
              </a:rPr>
              <a:t>Valentijnsdag</a:t>
            </a:r>
            <a:r>
              <a:rPr b="0" i="0" dirty="0">
                <a:latin typeface="Nunito Sans" pitchFamily="2" charset="77"/>
              </a:rPr>
              <a:t> 2012, </a:t>
            </a:r>
            <a:r>
              <a:rPr b="0" i="0" dirty="0" err="1">
                <a:latin typeface="Nunito Sans" pitchFamily="2" charset="77"/>
              </a:rPr>
              <a:t>vonden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Vincis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en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Aqtion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elkaar</a:t>
            </a:r>
            <a:r>
              <a:rPr b="0" i="0" dirty="0">
                <a:latin typeface="Nunito Sans" pitchFamily="2" charset="77"/>
              </a:rPr>
              <a:t>. </a:t>
            </a:r>
            <a:r>
              <a:rPr b="0" i="0" dirty="0" err="1">
                <a:latin typeface="Nunito Sans" pitchFamily="2" charset="77"/>
              </a:rPr>
              <a:t>Onder</a:t>
            </a:r>
            <a:r>
              <a:rPr b="0" i="0" dirty="0">
                <a:latin typeface="Nunito Sans" pitchFamily="2" charset="77"/>
              </a:rPr>
              <a:t> de naam </a:t>
            </a:r>
            <a:r>
              <a:rPr b="0" i="0" dirty="0" err="1">
                <a:latin typeface="Nunito Sans" pitchFamily="2" charset="77"/>
              </a:rPr>
              <a:t>Malengo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gingen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ze</a:t>
            </a:r>
            <a:r>
              <a:rPr b="0" i="0" dirty="0">
                <a:latin typeface="Nunito Sans" pitchFamily="2" charset="77"/>
              </a:rPr>
              <a:t> met </a:t>
            </a:r>
            <a:r>
              <a:rPr b="0" i="0" dirty="0" err="1">
                <a:latin typeface="Nunito Sans" pitchFamily="2" charset="77"/>
              </a:rPr>
              <a:t>frisse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moed</a:t>
            </a:r>
            <a:r>
              <a:rPr b="0" i="0" dirty="0">
                <a:latin typeface="Nunito Sans" pitchFamily="2" charset="77"/>
              </a:rPr>
              <a:t> de </a:t>
            </a:r>
            <a:r>
              <a:rPr b="0" i="0" dirty="0" err="1">
                <a:latin typeface="Nunito Sans" pitchFamily="2" charset="77"/>
              </a:rPr>
              <a:t>toekomst</a:t>
            </a:r>
            <a:r>
              <a:rPr b="0" i="0" dirty="0">
                <a:latin typeface="Nunito Sans" pitchFamily="2" charset="77"/>
              </a:rPr>
              <a:t> in. </a:t>
            </a:r>
            <a:r>
              <a:rPr b="0" i="0" dirty="0" err="1">
                <a:latin typeface="Nunito Sans" pitchFamily="2" charset="77"/>
              </a:rPr>
              <a:t>Malengo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behoorde</a:t>
            </a:r>
            <a:r>
              <a:rPr b="0" i="0" dirty="0">
                <a:latin typeface="Nunito Sans" pitchFamily="2" charset="77"/>
              </a:rPr>
              <a:t> al </a:t>
            </a:r>
            <a:r>
              <a:rPr b="0" i="0" dirty="0" err="1">
                <a:latin typeface="Nunito Sans" pitchFamily="2" charset="77"/>
              </a:rPr>
              <a:t>snel</a:t>
            </a:r>
            <a:r>
              <a:rPr b="0" i="0" dirty="0">
                <a:latin typeface="Nunito Sans" pitchFamily="2" charset="77"/>
              </a:rPr>
              <a:t> tot de </a:t>
            </a:r>
            <a:r>
              <a:rPr b="0" i="0" dirty="0" err="1">
                <a:latin typeface="Nunito Sans" pitchFamily="2" charset="77"/>
              </a:rPr>
              <a:t>grootste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internetbureaus</a:t>
            </a:r>
            <a:r>
              <a:rPr b="0" i="0" dirty="0">
                <a:latin typeface="Nunito Sans" pitchFamily="2" charset="77"/>
              </a:rPr>
              <a:t> van het </a:t>
            </a:r>
            <a:r>
              <a:rPr b="0" i="0" dirty="0" err="1">
                <a:latin typeface="Nunito Sans" pitchFamily="2" charset="77"/>
              </a:rPr>
              <a:t>noorden</a:t>
            </a:r>
            <a:r>
              <a:rPr b="0" i="0" dirty="0">
                <a:latin typeface="Nunito Sans" pitchFamily="2" charset="77"/>
              </a:rPr>
              <a:t>.</a:t>
            </a:r>
          </a:p>
        </p:txBody>
      </p:sp>
      <p:sp>
        <p:nvSpPr>
          <p:cNvPr id="144" name="@tlantis fuseert met Digital Emotions, samen gaan ze verder als Vincis. In het Groningse Vlagtwedde werd rond diezelfde tijd Aqtion opgericht, een klein webbureau."/>
          <p:cNvSpPr txBox="1"/>
          <p:nvPr/>
        </p:nvSpPr>
        <p:spPr>
          <a:xfrm>
            <a:off x="13215887" y="7601909"/>
            <a:ext cx="4116747" cy="3082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</a:defRPr>
            </a:lvl1pPr>
          </a:lstStyle>
          <a:p>
            <a:r>
              <a:rPr b="0" i="0" dirty="0">
                <a:latin typeface="Nunito Sans" pitchFamily="2" charset="77"/>
              </a:rPr>
              <a:t>@</a:t>
            </a:r>
            <a:r>
              <a:rPr b="0" i="0" dirty="0" err="1">
                <a:latin typeface="Nunito Sans" pitchFamily="2" charset="77"/>
              </a:rPr>
              <a:t>tlantis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fuseert</a:t>
            </a:r>
            <a:r>
              <a:rPr b="0" i="0" dirty="0">
                <a:latin typeface="Nunito Sans" pitchFamily="2" charset="77"/>
              </a:rPr>
              <a:t> met Digital Emotions, </a:t>
            </a:r>
            <a:r>
              <a:rPr b="0" i="0" dirty="0" err="1">
                <a:latin typeface="Nunito Sans" pitchFamily="2" charset="77"/>
              </a:rPr>
              <a:t>samen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gaan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ze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verder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als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Vincis</a:t>
            </a:r>
            <a:r>
              <a:rPr b="0" i="0" dirty="0">
                <a:latin typeface="Nunito Sans" pitchFamily="2" charset="77"/>
              </a:rPr>
              <a:t>. In het </a:t>
            </a:r>
            <a:r>
              <a:rPr b="0" i="0" dirty="0" err="1">
                <a:latin typeface="Nunito Sans" pitchFamily="2" charset="77"/>
              </a:rPr>
              <a:t>Groningse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Vlagtwedde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werd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rond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diezelfde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tijd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Aqtion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opgericht</a:t>
            </a:r>
            <a:r>
              <a:rPr b="0" i="0" dirty="0">
                <a:latin typeface="Nunito Sans" pitchFamily="2" charset="77"/>
              </a:rPr>
              <a:t>, </a:t>
            </a:r>
            <a:r>
              <a:rPr b="0" i="0" dirty="0" err="1">
                <a:latin typeface="Nunito Sans" pitchFamily="2" charset="77"/>
              </a:rPr>
              <a:t>een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klein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webbureau</a:t>
            </a:r>
            <a:r>
              <a:rPr b="0" i="0" dirty="0">
                <a:latin typeface="Nunito Sans" pitchFamily="2" charset="77"/>
              </a:rPr>
              <a:t>.</a:t>
            </a:r>
          </a:p>
        </p:txBody>
      </p:sp>
      <p:sp>
        <p:nvSpPr>
          <p:cNvPr id="145" name="Oprichting @lantis. Ze bouwden aan wat we tegenwoordig een CMS noemen."/>
          <p:cNvSpPr txBox="1"/>
          <p:nvPr/>
        </p:nvSpPr>
        <p:spPr>
          <a:xfrm>
            <a:off x="7138280" y="7657017"/>
            <a:ext cx="4029666" cy="3082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</a:defRPr>
            </a:lvl1pPr>
          </a:lstStyle>
          <a:p>
            <a:r>
              <a:rPr b="0" i="0" dirty="0" err="1">
                <a:latin typeface="Nunito Sans" pitchFamily="2" charset="77"/>
              </a:rPr>
              <a:t>Oprichting</a:t>
            </a:r>
            <a:r>
              <a:rPr b="0" i="0" dirty="0">
                <a:latin typeface="Nunito Sans" pitchFamily="2" charset="77"/>
              </a:rPr>
              <a:t> @</a:t>
            </a:r>
            <a:r>
              <a:rPr b="0" i="0" dirty="0" err="1">
                <a:latin typeface="Nunito Sans" pitchFamily="2" charset="77"/>
              </a:rPr>
              <a:t>lantis</a:t>
            </a:r>
            <a:r>
              <a:rPr b="0" i="0" dirty="0">
                <a:latin typeface="Nunito Sans" pitchFamily="2" charset="77"/>
              </a:rPr>
              <a:t>. Ze </a:t>
            </a:r>
            <a:r>
              <a:rPr b="0" i="0" dirty="0" err="1">
                <a:latin typeface="Nunito Sans" pitchFamily="2" charset="77"/>
              </a:rPr>
              <a:t>bouwden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aan</a:t>
            </a:r>
            <a:r>
              <a:rPr b="0" i="0" dirty="0">
                <a:latin typeface="Nunito Sans" pitchFamily="2" charset="77"/>
              </a:rPr>
              <a:t> wat we </a:t>
            </a:r>
            <a:r>
              <a:rPr b="0" i="0" dirty="0" err="1">
                <a:latin typeface="Nunito Sans" pitchFamily="2" charset="77"/>
              </a:rPr>
              <a:t>tegenwoordig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een</a:t>
            </a:r>
            <a:r>
              <a:rPr b="0" i="0" dirty="0">
                <a:latin typeface="Nunito Sans" pitchFamily="2" charset="77"/>
              </a:rPr>
              <a:t> CMS </a:t>
            </a:r>
            <a:r>
              <a:rPr b="0" i="0" dirty="0" err="1">
                <a:latin typeface="Nunito Sans" pitchFamily="2" charset="77"/>
              </a:rPr>
              <a:t>noemen</a:t>
            </a:r>
            <a:r>
              <a:rPr b="0" i="0" dirty="0">
                <a:latin typeface="Nunito Sans" pitchFamily="2" charset="77"/>
              </a:rPr>
              <a:t>.</a:t>
            </a:r>
          </a:p>
        </p:txBody>
      </p:sp>
      <p:sp>
        <p:nvSpPr>
          <p:cNvPr id="146" name="Twee Philips-medewerkers mochten de daar ontwikkelde technologie om beelden weer te geven op computers meenemen. Ze richtten Qvision op."/>
          <p:cNvSpPr txBox="1"/>
          <p:nvPr/>
        </p:nvSpPr>
        <p:spPr>
          <a:xfrm>
            <a:off x="998505" y="7631617"/>
            <a:ext cx="4092838" cy="4432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</a:defRPr>
            </a:lvl1pPr>
          </a:lstStyle>
          <a:p>
            <a:r>
              <a:rPr b="0" i="0" dirty="0">
                <a:latin typeface="Nunito Sans" pitchFamily="2" charset="77"/>
              </a:rPr>
              <a:t>Twee Philips-</a:t>
            </a:r>
            <a:r>
              <a:rPr b="0" i="0" dirty="0" err="1">
                <a:latin typeface="Nunito Sans" pitchFamily="2" charset="77"/>
              </a:rPr>
              <a:t>medewerkers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mochten</a:t>
            </a:r>
            <a:r>
              <a:rPr b="0" i="0" dirty="0">
                <a:latin typeface="Nunito Sans" pitchFamily="2" charset="77"/>
              </a:rPr>
              <a:t> de </a:t>
            </a:r>
            <a:r>
              <a:rPr b="0" i="0" dirty="0" err="1">
                <a:latin typeface="Nunito Sans" pitchFamily="2" charset="77"/>
              </a:rPr>
              <a:t>daar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ontwikkelde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technologie</a:t>
            </a:r>
            <a:r>
              <a:rPr b="0" i="0" dirty="0">
                <a:latin typeface="Nunito Sans" pitchFamily="2" charset="77"/>
              </a:rPr>
              <a:t> om </a:t>
            </a:r>
            <a:r>
              <a:rPr b="0" i="0" dirty="0" err="1">
                <a:latin typeface="Nunito Sans" pitchFamily="2" charset="77"/>
              </a:rPr>
              <a:t>beelden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weer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te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geven</a:t>
            </a:r>
            <a:r>
              <a:rPr b="0" i="0" dirty="0">
                <a:latin typeface="Nunito Sans" pitchFamily="2" charset="77"/>
              </a:rPr>
              <a:t> op computers</a:t>
            </a:r>
            <a:r>
              <a:rPr lang="nl-NL" b="0" i="0" dirty="0">
                <a:latin typeface="Nunito Sans" pitchFamily="2" charset="77"/>
              </a:rPr>
              <a:t> </a:t>
            </a:r>
            <a:r>
              <a:rPr b="0" i="0" dirty="0">
                <a:latin typeface="Nunito Sans" pitchFamily="2" charset="77"/>
              </a:rPr>
              <a:t>mee</a:t>
            </a:r>
            <a:r>
              <a:rPr lang="nl-NL" b="0" i="0" dirty="0">
                <a:latin typeface="Nunito Sans" pitchFamily="2" charset="77"/>
              </a:rPr>
              <a:t>-</a:t>
            </a:r>
            <a:r>
              <a:rPr b="0" i="0" dirty="0" err="1">
                <a:latin typeface="Nunito Sans" pitchFamily="2" charset="77"/>
              </a:rPr>
              <a:t>nemen</a:t>
            </a:r>
            <a:r>
              <a:rPr b="0" i="0" dirty="0">
                <a:latin typeface="Nunito Sans" pitchFamily="2" charset="77"/>
              </a:rPr>
              <a:t>. Ze </a:t>
            </a:r>
            <a:r>
              <a:rPr b="0" i="0" dirty="0" err="1">
                <a:latin typeface="Nunito Sans" pitchFamily="2" charset="77"/>
              </a:rPr>
              <a:t>richtten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Qvision</a:t>
            </a:r>
            <a:r>
              <a:rPr b="0" i="0" dirty="0">
                <a:latin typeface="Nunito Sans" pitchFamily="2" charset="77"/>
              </a:rPr>
              <a:t> op.</a:t>
            </a:r>
          </a:p>
        </p:txBody>
      </p:sp>
      <p:sp>
        <p:nvSpPr>
          <p:cNvPr id="147" name="1989"/>
          <p:cNvSpPr txBox="1"/>
          <p:nvPr/>
        </p:nvSpPr>
        <p:spPr>
          <a:xfrm>
            <a:off x="956819" y="5990099"/>
            <a:ext cx="409283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1989</a:t>
            </a:r>
          </a:p>
        </p:txBody>
      </p:sp>
      <p:sp>
        <p:nvSpPr>
          <p:cNvPr id="148" name="1996"/>
          <p:cNvSpPr txBox="1"/>
          <p:nvPr/>
        </p:nvSpPr>
        <p:spPr>
          <a:xfrm>
            <a:off x="7100508" y="5966862"/>
            <a:ext cx="409283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1996</a:t>
            </a:r>
          </a:p>
        </p:txBody>
      </p:sp>
      <p:sp>
        <p:nvSpPr>
          <p:cNvPr id="149" name="2000"/>
          <p:cNvSpPr txBox="1"/>
          <p:nvPr/>
        </p:nvSpPr>
        <p:spPr>
          <a:xfrm>
            <a:off x="13192490" y="5990099"/>
            <a:ext cx="409283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2000</a:t>
            </a:r>
          </a:p>
        </p:txBody>
      </p:sp>
      <p:sp>
        <p:nvSpPr>
          <p:cNvPr id="150" name="2012"/>
          <p:cNvSpPr txBox="1"/>
          <p:nvPr/>
        </p:nvSpPr>
        <p:spPr>
          <a:xfrm>
            <a:off x="19280305" y="5966862"/>
            <a:ext cx="4092837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2012</a:t>
            </a:r>
          </a:p>
        </p:txBody>
      </p:sp>
      <p:pic>
        <p:nvPicPr>
          <p:cNvPr id="151" name="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43916" y="3198665"/>
            <a:ext cx="1594919" cy="259347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2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83964" y="3658953"/>
            <a:ext cx="2800051" cy="21609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31449" y="3935583"/>
            <a:ext cx="2812771" cy="12749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4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164280" y="3532435"/>
            <a:ext cx="2308100" cy="1652898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Circle"/>
          <p:cNvSpPr/>
          <p:nvPr/>
        </p:nvSpPr>
        <p:spPr>
          <a:xfrm>
            <a:off x="9027355" y="7052174"/>
            <a:ext cx="240269" cy="240268"/>
          </a:xfrm>
          <a:prstGeom prst="ellipse">
            <a:avLst/>
          </a:prstGeom>
          <a:solidFill>
            <a:srgbClr val="2154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6" name="Circle"/>
          <p:cNvSpPr/>
          <p:nvPr/>
        </p:nvSpPr>
        <p:spPr>
          <a:xfrm>
            <a:off x="15114818" y="7052174"/>
            <a:ext cx="240268" cy="240268"/>
          </a:xfrm>
          <a:prstGeom prst="ellipse">
            <a:avLst/>
          </a:prstGeom>
          <a:solidFill>
            <a:srgbClr val="2154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7" name="Circle"/>
          <p:cNvSpPr/>
          <p:nvPr/>
        </p:nvSpPr>
        <p:spPr>
          <a:xfrm>
            <a:off x="21221174" y="7052174"/>
            <a:ext cx="240268" cy="240268"/>
          </a:xfrm>
          <a:prstGeom prst="ellipse">
            <a:avLst/>
          </a:prstGeom>
          <a:solidFill>
            <a:srgbClr val="2154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8" name="Historie"/>
          <p:cNvSpPr txBox="1"/>
          <p:nvPr/>
        </p:nvSpPr>
        <p:spPr>
          <a:xfrm>
            <a:off x="984300" y="1556017"/>
            <a:ext cx="2281429" cy="860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 err="1">
                <a:latin typeface="Nunito Sans SemiBold" pitchFamily="2" charset="77"/>
                <a:ea typeface="+mj-ea"/>
              </a:rPr>
              <a:t>Historie</a:t>
            </a:r>
            <a:endParaRPr b="1" i="0">
              <a:latin typeface="Nunito Sans SemiBold" pitchFamily="2" charset="77"/>
              <a:ea typeface="+mj-ea"/>
            </a:endParaRPr>
          </a:p>
        </p:txBody>
      </p:sp>
      <p:sp>
        <p:nvSpPr>
          <p:cNvPr id="23" name="Tekst slide met titel">
            <a:extLst>
              <a:ext uri="{FF2B5EF4-FFF2-40B4-BE49-F238E27FC236}">
                <a16:creationId xmlns:a16="http://schemas.microsoft.com/office/drawing/2014/main" id="{6754B763-9B26-5F4D-9DDD-295ED2CE7BBB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stor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Line"/>
          <p:cNvSpPr/>
          <p:nvPr/>
        </p:nvSpPr>
        <p:spPr>
          <a:xfrm flipH="1" flipV="1">
            <a:off x="-203032" y="7172307"/>
            <a:ext cx="21541352" cy="1"/>
          </a:xfrm>
          <a:prstGeom prst="line">
            <a:avLst/>
          </a:prstGeom>
          <a:ln w="38100">
            <a:solidFill>
              <a:srgbClr val="245B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67" name="Circle"/>
          <p:cNvSpPr/>
          <p:nvPr/>
        </p:nvSpPr>
        <p:spPr>
          <a:xfrm>
            <a:off x="2939893" y="7051592"/>
            <a:ext cx="240268" cy="240268"/>
          </a:xfrm>
          <a:prstGeom prst="ellipse">
            <a:avLst/>
          </a:prstGeom>
          <a:solidFill>
            <a:srgbClr val="2154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68" name="En zo zijn we aangekomen bij het huidige Embrace: een club van 150 nuchtere enthousiastelingen met passie voor tech en liefde voor mensen."/>
          <p:cNvSpPr txBox="1"/>
          <p:nvPr/>
        </p:nvSpPr>
        <p:spPr>
          <a:xfrm>
            <a:off x="19286173" y="7639991"/>
            <a:ext cx="4081100" cy="3542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</a:defRPr>
            </a:lvl1pPr>
          </a:lstStyle>
          <a:p>
            <a:r>
              <a:rPr b="0" i="0" dirty="0" err="1">
                <a:latin typeface="Nunito Sans" pitchFamily="2" charset="77"/>
              </a:rPr>
              <a:t>En</a:t>
            </a:r>
            <a:r>
              <a:rPr b="0" i="0" dirty="0">
                <a:latin typeface="Nunito Sans" pitchFamily="2" charset="77"/>
              </a:rPr>
              <a:t> zo </a:t>
            </a:r>
            <a:r>
              <a:rPr b="0" i="0" dirty="0" err="1">
                <a:latin typeface="Nunito Sans" pitchFamily="2" charset="77"/>
              </a:rPr>
              <a:t>zijn</a:t>
            </a:r>
            <a:r>
              <a:rPr b="0" i="0" dirty="0">
                <a:latin typeface="Nunito Sans" pitchFamily="2" charset="77"/>
              </a:rPr>
              <a:t> we </a:t>
            </a:r>
            <a:r>
              <a:rPr b="0" i="0" dirty="0" err="1">
                <a:latin typeface="Nunito Sans" pitchFamily="2" charset="77"/>
              </a:rPr>
              <a:t>aangekomen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bij</a:t>
            </a:r>
            <a:r>
              <a:rPr b="0" i="0" dirty="0">
                <a:latin typeface="Nunito Sans" pitchFamily="2" charset="77"/>
              </a:rPr>
              <a:t> het </a:t>
            </a:r>
            <a:r>
              <a:rPr b="0" i="0" dirty="0" err="1">
                <a:latin typeface="Nunito Sans" pitchFamily="2" charset="77"/>
              </a:rPr>
              <a:t>huidige</a:t>
            </a:r>
            <a:r>
              <a:rPr b="0" i="0" dirty="0">
                <a:latin typeface="Nunito Sans" pitchFamily="2" charset="77"/>
              </a:rPr>
              <a:t> Embrace: </a:t>
            </a:r>
            <a:r>
              <a:rPr b="0" i="0" dirty="0" err="1">
                <a:latin typeface="Nunito Sans" pitchFamily="2" charset="77"/>
              </a:rPr>
              <a:t>een</a:t>
            </a:r>
            <a:r>
              <a:rPr b="0" i="0" dirty="0">
                <a:latin typeface="Nunito Sans" pitchFamily="2" charset="77"/>
              </a:rPr>
              <a:t> club van 150 </a:t>
            </a:r>
            <a:r>
              <a:rPr b="0" i="0" dirty="0" err="1">
                <a:latin typeface="Nunito Sans" pitchFamily="2" charset="77"/>
              </a:rPr>
              <a:t>nuchtere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enthousiastelingen</a:t>
            </a:r>
            <a:r>
              <a:rPr b="0" i="0" dirty="0">
                <a:latin typeface="Nunito Sans" pitchFamily="2" charset="77"/>
              </a:rPr>
              <a:t> met </a:t>
            </a:r>
            <a:r>
              <a:rPr b="0" i="0" dirty="0" err="1">
                <a:latin typeface="Nunito Sans" pitchFamily="2" charset="77"/>
              </a:rPr>
              <a:t>passie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voor</a:t>
            </a:r>
            <a:r>
              <a:rPr b="0" i="0" dirty="0">
                <a:latin typeface="Nunito Sans" pitchFamily="2" charset="77"/>
              </a:rPr>
              <a:t> tech </a:t>
            </a:r>
            <a:r>
              <a:rPr b="0" i="0" dirty="0" err="1">
                <a:latin typeface="Nunito Sans" pitchFamily="2" charset="77"/>
              </a:rPr>
              <a:t>en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liefde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voor</a:t>
            </a:r>
            <a:r>
              <a:rPr b="0" i="0" dirty="0">
                <a:latin typeface="Nunito Sans" pitchFamily="2" charset="77"/>
              </a:rPr>
              <a:t> </a:t>
            </a:r>
            <a:r>
              <a:rPr b="0" i="0" dirty="0" err="1">
                <a:latin typeface="Nunito Sans" pitchFamily="2" charset="77"/>
              </a:rPr>
              <a:t>mensen</a:t>
            </a:r>
            <a:r>
              <a:rPr b="0" i="0" dirty="0">
                <a:latin typeface="Nunito Sans" pitchFamily="2" charset="77"/>
              </a:rPr>
              <a:t>. </a:t>
            </a:r>
          </a:p>
        </p:txBody>
      </p:sp>
      <p:sp>
        <p:nvSpPr>
          <p:cNvPr id="169" name="In 2018 is de cirkel rond. Qvision wordt liefdevol verwelkomd in het gezin van Umbrella, Malengo en Embrace – de U/ME-familie."/>
          <p:cNvSpPr txBox="1"/>
          <p:nvPr/>
        </p:nvSpPr>
        <p:spPr>
          <a:xfrm>
            <a:off x="13215887" y="7601909"/>
            <a:ext cx="4116747" cy="3082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In 2018 is de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cirkel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rond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.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Qvision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wordt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liefdevol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verwelkomd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in het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gezin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van Umbrella,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Malengo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en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Embrace – de U/ME-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familie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.</a:t>
            </a:r>
          </a:p>
        </p:txBody>
      </p:sp>
      <p:sp>
        <p:nvSpPr>
          <p:cNvPr id="170" name="Ondertussen, in het zuiden, was ook Qvision goed aan het groeien. In 2015 mocht Qvision het grootste samenwerkingsverband op het gebied van woonruimtebemiddeling van Nederland toevoegen aan haar klanten."/>
          <p:cNvSpPr txBox="1"/>
          <p:nvPr/>
        </p:nvSpPr>
        <p:spPr>
          <a:xfrm>
            <a:off x="7138782" y="7628452"/>
            <a:ext cx="4029666" cy="5416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Ondertussen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, in het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zuiden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, was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ook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Qvision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goed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aan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het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groeien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. In 2015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mocht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Qvision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het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grootste</a:t>
            </a:r>
            <a:r>
              <a:rPr lang="nl-NL"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samenwerkings</a:t>
            </a:r>
            <a:r>
              <a:rPr lang="nl-NL" b="0" i="0">
                <a:latin typeface="Nunito Sans" pitchFamily="2" charset="77"/>
                <a:ea typeface="+mn-ea"/>
                <a:cs typeface="+mn-cs"/>
                <a:sym typeface="Avenir Medium"/>
              </a:rPr>
              <a:t>-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verband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op het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gebied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van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woonruimtebemiddeling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van Nederland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toevoegen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aan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haar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klanten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.</a:t>
            </a:r>
          </a:p>
        </p:txBody>
      </p:sp>
      <p:sp>
        <p:nvSpPr>
          <p:cNvPr id="171" name="In 2013 bevalt Malengo van een tweeling: Umbrella en Embrace. Beide krijgen hun eigen team."/>
          <p:cNvSpPr txBox="1"/>
          <p:nvPr/>
        </p:nvSpPr>
        <p:spPr>
          <a:xfrm>
            <a:off x="998505" y="7631617"/>
            <a:ext cx="4092838" cy="3700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pPr>
              <a:defRPr>
                <a:latin typeface="Avenir Book"/>
                <a:ea typeface="Avenir Book"/>
                <a:cs typeface="Avenir Book"/>
                <a:sym typeface="Avenir Book"/>
              </a:defRPr>
            </a:pP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In 2013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bevalt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Malengo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van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een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tweeling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: Umbrella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en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Embrace.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Beide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krijgen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</a:t>
            </a:r>
            <a:r>
              <a:rPr b="0" i="0" err="1">
                <a:latin typeface="Nunito Sans" pitchFamily="2" charset="77"/>
                <a:ea typeface="+mn-ea"/>
                <a:cs typeface="+mn-cs"/>
                <a:sym typeface="Avenir Medium"/>
              </a:rPr>
              <a:t>hun</a:t>
            </a:r>
            <a:r>
              <a:rPr b="0" i="0">
                <a:latin typeface="Nunito Sans" pitchFamily="2" charset="77"/>
                <a:ea typeface="+mn-ea"/>
                <a:cs typeface="+mn-cs"/>
                <a:sym typeface="Avenir Medium"/>
              </a:rPr>
              <a:t> eigen team. </a:t>
            </a:r>
          </a:p>
        </p:txBody>
      </p:sp>
      <p:sp>
        <p:nvSpPr>
          <p:cNvPr id="172" name="2013"/>
          <p:cNvSpPr txBox="1"/>
          <p:nvPr/>
        </p:nvSpPr>
        <p:spPr>
          <a:xfrm>
            <a:off x="956819" y="5990099"/>
            <a:ext cx="409283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2013</a:t>
            </a:r>
          </a:p>
        </p:txBody>
      </p:sp>
      <p:sp>
        <p:nvSpPr>
          <p:cNvPr id="173" name="2015"/>
          <p:cNvSpPr txBox="1"/>
          <p:nvPr/>
        </p:nvSpPr>
        <p:spPr>
          <a:xfrm>
            <a:off x="7100508" y="5966862"/>
            <a:ext cx="409283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2015</a:t>
            </a:r>
          </a:p>
        </p:txBody>
      </p:sp>
      <p:sp>
        <p:nvSpPr>
          <p:cNvPr id="174" name="2018"/>
          <p:cNvSpPr txBox="1"/>
          <p:nvPr/>
        </p:nvSpPr>
        <p:spPr>
          <a:xfrm>
            <a:off x="13192490" y="5990099"/>
            <a:ext cx="4092838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2018</a:t>
            </a:r>
          </a:p>
        </p:txBody>
      </p:sp>
      <p:sp>
        <p:nvSpPr>
          <p:cNvPr id="175" name="Heden"/>
          <p:cNvSpPr txBox="1"/>
          <p:nvPr/>
        </p:nvSpPr>
        <p:spPr>
          <a:xfrm>
            <a:off x="19280305" y="5966862"/>
            <a:ext cx="4092837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2A3968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 err="1">
                <a:latin typeface="Nunito Sans SemiBold" pitchFamily="2" charset="77"/>
              </a:rPr>
              <a:t>Heden</a:t>
            </a:r>
            <a:endParaRPr b="1" i="0">
              <a:latin typeface="Nunito Sans SemiBold" pitchFamily="2" charset="77"/>
            </a:endParaRPr>
          </a:p>
        </p:txBody>
      </p:sp>
      <p:sp>
        <p:nvSpPr>
          <p:cNvPr id="176" name="Circle"/>
          <p:cNvSpPr/>
          <p:nvPr/>
        </p:nvSpPr>
        <p:spPr>
          <a:xfrm>
            <a:off x="9027355" y="7052174"/>
            <a:ext cx="240269" cy="240268"/>
          </a:xfrm>
          <a:prstGeom prst="ellipse">
            <a:avLst/>
          </a:prstGeom>
          <a:solidFill>
            <a:srgbClr val="2154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7" name="Circle"/>
          <p:cNvSpPr/>
          <p:nvPr/>
        </p:nvSpPr>
        <p:spPr>
          <a:xfrm>
            <a:off x="15114818" y="7052174"/>
            <a:ext cx="240268" cy="240268"/>
          </a:xfrm>
          <a:prstGeom prst="ellipse">
            <a:avLst/>
          </a:prstGeom>
          <a:solidFill>
            <a:srgbClr val="2154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78" name="Circle"/>
          <p:cNvSpPr/>
          <p:nvPr/>
        </p:nvSpPr>
        <p:spPr>
          <a:xfrm>
            <a:off x="21221174" y="7052174"/>
            <a:ext cx="240268" cy="240268"/>
          </a:xfrm>
          <a:prstGeom prst="ellipse">
            <a:avLst/>
          </a:prstGeom>
          <a:solidFill>
            <a:srgbClr val="2154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179" name="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8881" y="3775660"/>
            <a:ext cx="3101006" cy="13510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6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0176" y="3616375"/>
            <a:ext cx="2453329" cy="14455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7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36635" y="3103069"/>
            <a:ext cx="3490876" cy="2540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Logo shape.png" descr="Logo sh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54739" y="3613287"/>
            <a:ext cx="1907433" cy="20266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" descr="Image">
            <a:extLst>
              <a:ext uri="{FF2B5EF4-FFF2-40B4-BE49-F238E27FC236}">
                <a16:creationId xmlns:a16="http://schemas.microsoft.com/office/drawing/2014/main" id="{6857366D-940E-784B-99CB-4A0E94A3F71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kst slide met titel">
            <a:extLst>
              <a:ext uri="{FF2B5EF4-FFF2-40B4-BE49-F238E27FC236}">
                <a16:creationId xmlns:a16="http://schemas.microsoft.com/office/drawing/2014/main" id="{176D0EB5-30B8-D742-8494-E66A28234271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Embr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"/>
          <p:cNvSpPr/>
          <p:nvPr/>
        </p:nvSpPr>
        <p:spPr>
          <a:xfrm>
            <a:off x="0" y="0"/>
            <a:ext cx="8128000" cy="10697610"/>
          </a:xfrm>
          <a:prstGeom prst="rect">
            <a:avLst/>
          </a:prstGeom>
          <a:solidFill>
            <a:srgbClr val="E9F6F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987AEB-6404-B947-B949-EA04C210AE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09755" y="8318506"/>
            <a:ext cx="5964237" cy="933450"/>
          </a:xfrm>
          <a:prstGeom prst="rect">
            <a:avLst/>
          </a:prstGeom>
        </p:spPr>
        <p:txBody>
          <a:bodyPr/>
          <a:lstStyle>
            <a:lvl1pPr algn="ctr">
              <a:defRPr sz="4800" b="1" i="0">
                <a:latin typeface="Nunito Sans SemiBold" pitchFamily="2" charset="77"/>
              </a:defRPr>
            </a:lvl1pPr>
          </a:lstStyle>
          <a:p>
            <a:pPr lvl="0"/>
            <a:r>
              <a:rPr lang="nl-NL" dirty="0"/>
              <a:t>150 </a:t>
            </a:r>
            <a:r>
              <a:rPr lang="nl-NL" dirty="0" err="1"/>
              <a:t>Embrace’ers</a:t>
            </a:r>
            <a:endParaRPr lang="nl-NL" dirty="0"/>
          </a:p>
        </p:txBody>
      </p:sp>
      <p:sp>
        <p:nvSpPr>
          <p:cNvPr id="191" name="Rectangle"/>
          <p:cNvSpPr/>
          <p:nvPr/>
        </p:nvSpPr>
        <p:spPr>
          <a:xfrm>
            <a:off x="8128000" y="0"/>
            <a:ext cx="8128000" cy="1069761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92" name="Rectangle"/>
          <p:cNvSpPr/>
          <p:nvPr/>
        </p:nvSpPr>
        <p:spPr>
          <a:xfrm>
            <a:off x="16256000" y="0"/>
            <a:ext cx="8128000" cy="1069761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19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755E75D6-BCE2-3743-B23B-ADA859D7621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96418" y="2785285"/>
            <a:ext cx="5807075" cy="4648200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Nunito Sans" pitchFamily="2" charset="77"/>
              </a:defRPr>
            </a:lvl1pPr>
          </a:lstStyle>
          <a:p>
            <a:r>
              <a:rPr lang="nl-NL" sz="3600" dirty="0"/>
              <a:t>Afbeelding</a:t>
            </a:r>
            <a:endParaRPr lang="nl-NL" dirty="0"/>
          </a:p>
        </p:txBody>
      </p:sp>
      <p:sp>
        <p:nvSpPr>
          <p:cNvPr id="21" name="Tijdelijke aanduiding voor afbeelding 6">
            <a:extLst>
              <a:ext uri="{FF2B5EF4-FFF2-40B4-BE49-F238E27FC236}">
                <a16:creationId xmlns:a16="http://schemas.microsoft.com/office/drawing/2014/main" id="{DDA5D7FE-09C8-314F-87AB-A1C31B9D444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8000" y="2742829"/>
            <a:ext cx="5807075" cy="4648200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Nunito Sans" pitchFamily="2" charset="77"/>
              </a:defRPr>
            </a:lvl1pPr>
          </a:lstStyle>
          <a:p>
            <a:r>
              <a:rPr lang="nl-NL" sz="3600" dirty="0"/>
              <a:t>Afbeelding</a:t>
            </a:r>
            <a:endParaRPr lang="nl-NL" dirty="0"/>
          </a:p>
        </p:txBody>
      </p:sp>
      <p:sp>
        <p:nvSpPr>
          <p:cNvPr id="22" name="Tijdelijke aanduiding voor afbeelding 6">
            <a:extLst>
              <a:ext uri="{FF2B5EF4-FFF2-40B4-BE49-F238E27FC236}">
                <a16:creationId xmlns:a16="http://schemas.microsoft.com/office/drawing/2014/main" id="{31A486E1-4A59-294F-B6B3-5891EEC618F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7526000" y="2785285"/>
            <a:ext cx="5807075" cy="4648200"/>
          </a:xfrm>
          <a:prstGeom prst="rect">
            <a:avLst/>
          </a:prstGeom>
        </p:spPr>
        <p:txBody>
          <a:bodyPr/>
          <a:lstStyle>
            <a:lvl1pPr>
              <a:defRPr sz="3600" b="0" i="0">
                <a:latin typeface="Nunito Sans" pitchFamily="2" charset="77"/>
              </a:defRPr>
            </a:lvl1pPr>
          </a:lstStyle>
          <a:p>
            <a:r>
              <a:rPr lang="nl-NL" sz="3600" dirty="0"/>
              <a:t>Afbeelding</a:t>
            </a:r>
            <a:endParaRPr lang="nl-NL" dirty="0"/>
          </a:p>
        </p:txBody>
      </p:sp>
      <p:sp>
        <p:nvSpPr>
          <p:cNvPr id="27" name="Tijdelijke aanduiding voor tekst 8">
            <a:extLst>
              <a:ext uri="{FF2B5EF4-FFF2-40B4-BE49-F238E27FC236}">
                <a16:creationId xmlns:a16="http://schemas.microsoft.com/office/drawing/2014/main" id="{8F5CA571-4627-224C-9D77-40486C8CAEE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4750" y="8318506"/>
            <a:ext cx="5964237" cy="933450"/>
          </a:xfrm>
          <a:prstGeom prst="rect">
            <a:avLst/>
          </a:prstGeom>
        </p:spPr>
        <p:txBody>
          <a:bodyPr/>
          <a:lstStyle>
            <a:lvl1pPr algn="ctr">
              <a:defRPr sz="4800" b="1" i="0">
                <a:latin typeface="Nunito Sans SemiBold" pitchFamily="2" charset="77"/>
              </a:defRPr>
            </a:lvl1pPr>
          </a:lstStyle>
          <a:p>
            <a:pPr lvl="0"/>
            <a:r>
              <a:rPr lang="nl-NL" dirty="0"/>
              <a:t>3 vestigingen</a:t>
            </a:r>
          </a:p>
        </p:txBody>
      </p:sp>
      <p:sp>
        <p:nvSpPr>
          <p:cNvPr id="28" name="Tijdelijke aanduiding voor tekst 8">
            <a:extLst>
              <a:ext uri="{FF2B5EF4-FFF2-40B4-BE49-F238E27FC236}">
                <a16:creationId xmlns:a16="http://schemas.microsoft.com/office/drawing/2014/main" id="{FD556F44-3A4C-B54E-9EBB-988AE66999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524350" y="8318506"/>
            <a:ext cx="5964237" cy="933450"/>
          </a:xfrm>
          <a:prstGeom prst="rect">
            <a:avLst/>
          </a:prstGeom>
        </p:spPr>
        <p:txBody>
          <a:bodyPr/>
          <a:lstStyle>
            <a:lvl1pPr algn="ctr">
              <a:defRPr sz="4800" b="1" i="0">
                <a:latin typeface="Nunito Sans SemiBold" pitchFamily="2" charset="77"/>
              </a:defRPr>
            </a:lvl1pPr>
          </a:lstStyle>
          <a:p>
            <a:pPr lvl="0"/>
            <a:r>
              <a:rPr lang="nl-NL" dirty="0"/>
              <a:t>400+ klanten</a:t>
            </a:r>
          </a:p>
        </p:txBody>
      </p:sp>
      <p:sp>
        <p:nvSpPr>
          <p:cNvPr id="14" name="Tekst slide met titel">
            <a:extLst>
              <a:ext uri="{FF2B5EF4-FFF2-40B4-BE49-F238E27FC236}">
                <a16:creationId xmlns:a16="http://schemas.microsoft.com/office/drawing/2014/main" id="{E592EE19-88D9-A840-9077-2CCDAB155351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 Embr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"/>
          <p:cNvSpPr/>
          <p:nvPr/>
        </p:nvSpPr>
        <p:spPr>
          <a:xfrm>
            <a:off x="1" y="0"/>
            <a:ext cx="6138020" cy="10697610"/>
          </a:xfrm>
          <a:prstGeom prst="rect">
            <a:avLst/>
          </a:prstGeom>
          <a:solidFill>
            <a:srgbClr val="E9F6F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987AEB-6404-B947-B949-EA04C210AE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09755" y="8318506"/>
            <a:ext cx="3917079" cy="933450"/>
          </a:xfrm>
          <a:prstGeom prst="rect">
            <a:avLst/>
          </a:prstGeom>
        </p:spPr>
        <p:txBody>
          <a:bodyPr/>
          <a:lstStyle>
            <a:lvl1pPr algn="ctr">
              <a:defRPr sz="3000" b="0" i="0">
                <a:latin typeface="Avenir Book" panose="02000503020000020003" pitchFamily="2" charset="0"/>
              </a:defRPr>
            </a:lvl1pPr>
            <a:lvl3pPr algn="ctr">
              <a:defRPr b="1" i="0">
                <a:latin typeface="Nunito Sans SemiBold" pitchFamily="2" charset="77"/>
              </a:defRPr>
            </a:lvl3pPr>
          </a:lstStyle>
          <a:p>
            <a:pPr lvl="2"/>
            <a:r>
              <a:rPr lang="nl-NL" dirty="0"/>
              <a:t>Tekst</a:t>
            </a:r>
          </a:p>
        </p:txBody>
      </p:sp>
      <p:sp>
        <p:nvSpPr>
          <p:cNvPr id="191" name="Rectangle"/>
          <p:cNvSpPr/>
          <p:nvPr/>
        </p:nvSpPr>
        <p:spPr>
          <a:xfrm>
            <a:off x="6115731" y="0"/>
            <a:ext cx="6097489" cy="1069761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92" name="Rectangle"/>
          <p:cNvSpPr/>
          <p:nvPr/>
        </p:nvSpPr>
        <p:spPr>
          <a:xfrm>
            <a:off x="12211731" y="0"/>
            <a:ext cx="6094511" cy="1069761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19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Rectangle">
            <a:extLst>
              <a:ext uri="{FF2B5EF4-FFF2-40B4-BE49-F238E27FC236}">
                <a16:creationId xmlns:a16="http://schemas.microsoft.com/office/drawing/2014/main" id="{69066561-4E15-D04C-81BA-B3E26980D3E9}"/>
              </a:ext>
            </a:extLst>
          </p:cNvPr>
          <p:cNvSpPr/>
          <p:nvPr userDrawn="1"/>
        </p:nvSpPr>
        <p:spPr>
          <a:xfrm>
            <a:off x="18306242" y="0"/>
            <a:ext cx="6094511" cy="1069761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DE46A7EE-6D7B-AF40-9BC4-BBAF28C4E08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65228" y="8318506"/>
            <a:ext cx="3917079" cy="933450"/>
          </a:xfrm>
          <a:prstGeom prst="rect">
            <a:avLst/>
          </a:prstGeom>
        </p:spPr>
        <p:txBody>
          <a:bodyPr/>
          <a:lstStyle>
            <a:lvl1pPr marL="0" marR="0" indent="0" algn="ctr" defTabSz="825500" rtl="0" eaLnBrk="1" fontAlgn="auto" latinLnBrk="0" hangingPunct="1">
              <a:lnSpc>
                <a:spcPts val="7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/>
            </a:lvl1pPr>
            <a:lvl3pPr algn="ctr">
              <a:defRPr b="1" i="0">
                <a:latin typeface="Nunito Sans SemiBold" pitchFamily="2" charset="77"/>
              </a:defRPr>
            </a:lvl3pPr>
          </a:lstStyle>
          <a:p>
            <a:pPr lvl="2"/>
            <a:r>
              <a:rPr lang="nl-NL" dirty="0"/>
              <a:t>Tekst</a:t>
            </a:r>
          </a:p>
        </p:txBody>
      </p:sp>
      <p:sp>
        <p:nvSpPr>
          <p:cNvPr id="20" name="Tijdelijke aanduiding voor tekst 8">
            <a:extLst>
              <a:ext uri="{FF2B5EF4-FFF2-40B4-BE49-F238E27FC236}">
                <a16:creationId xmlns:a16="http://schemas.microsoft.com/office/drawing/2014/main" id="{49925E07-337A-2B41-AFF9-5A66089C86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331491" y="8318506"/>
            <a:ext cx="3917079" cy="933450"/>
          </a:xfrm>
          <a:prstGeom prst="rect">
            <a:avLst/>
          </a:prstGeom>
        </p:spPr>
        <p:txBody>
          <a:bodyPr/>
          <a:lstStyle>
            <a:lvl1pPr algn="ctr">
              <a:defRPr sz="3000"/>
            </a:lvl1pPr>
            <a:lvl3pPr algn="ctr">
              <a:defRPr b="1" i="0">
                <a:latin typeface="Nunito Sans SemiBold" pitchFamily="2" charset="77"/>
              </a:defRPr>
            </a:lvl3pPr>
          </a:lstStyle>
          <a:p>
            <a:pPr lvl="2"/>
            <a:r>
              <a:rPr lang="nl-NL" dirty="0"/>
              <a:t>Tekst</a:t>
            </a:r>
          </a:p>
        </p:txBody>
      </p:sp>
      <p:sp>
        <p:nvSpPr>
          <p:cNvPr id="23" name="Tijdelijke aanduiding voor tekst 8">
            <a:extLst>
              <a:ext uri="{FF2B5EF4-FFF2-40B4-BE49-F238E27FC236}">
                <a16:creationId xmlns:a16="http://schemas.microsoft.com/office/drawing/2014/main" id="{62477EE8-4D5F-C346-ACB4-233F29E176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97755" y="8318506"/>
            <a:ext cx="3917079" cy="933450"/>
          </a:xfrm>
          <a:prstGeom prst="rect">
            <a:avLst/>
          </a:prstGeom>
        </p:spPr>
        <p:txBody>
          <a:bodyPr/>
          <a:lstStyle>
            <a:lvl1pPr algn="ctr">
              <a:defRPr sz="3000"/>
            </a:lvl1pPr>
            <a:lvl3pPr algn="ctr">
              <a:defRPr b="1" i="0">
                <a:latin typeface="Nunito Sans SemiBold" pitchFamily="2" charset="77"/>
              </a:defRPr>
            </a:lvl3pPr>
          </a:lstStyle>
          <a:p>
            <a:pPr lvl="2"/>
            <a:r>
              <a:rPr lang="nl-NL" dirty="0"/>
              <a:t>Tekst</a:t>
            </a:r>
          </a:p>
        </p:txBody>
      </p:sp>
      <p:sp>
        <p:nvSpPr>
          <p:cNvPr id="35" name="Tijdelijke aanduiding voor afbeelding 6">
            <a:extLst>
              <a:ext uri="{FF2B5EF4-FFF2-40B4-BE49-F238E27FC236}">
                <a16:creationId xmlns:a16="http://schemas.microsoft.com/office/drawing/2014/main" id="{E393D169-7260-A140-823A-B78FBCD307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14516" y="3018390"/>
            <a:ext cx="4098981" cy="3280978"/>
          </a:xfrm>
          <a:prstGeom prst="rect">
            <a:avLst/>
          </a:prstGeom>
        </p:spPr>
        <p:txBody>
          <a:bodyPr/>
          <a:lstStyle>
            <a:lvl1pPr>
              <a:defRPr sz="3600" b="1" i="0">
                <a:latin typeface="Nunito Sans SemiBold" pitchFamily="2" charset="77"/>
              </a:defRPr>
            </a:lvl1pPr>
          </a:lstStyle>
          <a:p>
            <a:r>
              <a:rPr lang="nl-NL" sz="3600" dirty="0"/>
              <a:t>Afbeelding</a:t>
            </a:r>
            <a:endParaRPr lang="nl-NL" dirty="0"/>
          </a:p>
        </p:txBody>
      </p:sp>
      <p:sp>
        <p:nvSpPr>
          <p:cNvPr id="36" name="Tijdelijke aanduiding voor afbeelding 6">
            <a:extLst>
              <a:ext uri="{FF2B5EF4-FFF2-40B4-BE49-F238E27FC236}">
                <a16:creationId xmlns:a16="http://schemas.microsoft.com/office/drawing/2014/main" id="{2878E8EC-FE9F-6642-81C1-3699CED923A0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125385" y="3018390"/>
            <a:ext cx="4098981" cy="3280978"/>
          </a:xfrm>
          <a:prstGeom prst="rect">
            <a:avLst/>
          </a:prstGeom>
        </p:spPr>
        <p:txBody>
          <a:bodyPr/>
          <a:lstStyle>
            <a:lvl1pPr>
              <a:defRPr sz="3600" b="1" i="0">
                <a:latin typeface="Nunito Sans SemiBold" pitchFamily="2" charset="77"/>
              </a:defRPr>
            </a:lvl1pPr>
          </a:lstStyle>
          <a:p>
            <a:r>
              <a:rPr lang="nl-NL" sz="3600" dirty="0"/>
              <a:t>Afbeelding</a:t>
            </a:r>
            <a:endParaRPr lang="nl-NL" dirty="0"/>
          </a:p>
        </p:txBody>
      </p:sp>
      <p:sp>
        <p:nvSpPr>
          <p:cNvPr id="37" name="Tijdelijke aanduiding voor afbeelding 6">
            <a:extLst>
              <a:ext uri="{FF2B5EF4-FFF2-40B4-BE49-F238E27FC236}">
                <a16:creationId xmlns:a16="http://schemas.microsoft.com/office/drawing/2014/main" id="{E810BD09-AF28-244E-881A-56F004E0BB5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3236253" y="3018390"/>
            <a:ext cx="4098981" cy="3280978"/>
          </a:xfrm>
          <a:prstGeom prst="rect">
            <a:avLst/>
          </a:prstGeom>
        </p:spPr>
        <p:txBody>
          <a:bodyPr/>
          <a:lstStyle>
            <a:lvl1pPr>
              <a:defRPr sz="3600" b="1" i="0">
                <a:latin typeface="Nunito Sans SemiBold" pitchFamily="2" charset="77"/>
              </a:defRPr>
            </a:lvl1pPr>
          </a:lstStyle>
          <a:p>
            <a:r>
              <a:rPr lang="nl-NL" sz="3600" dirty="0"/>
              <a:t>Afbeelding</a:t>
            </a:r>
            <a:endParaRPr lang="nl-NL" dirty="0"/>
          </a:p>
        </p:txBody>
      </p:sp>
      <p:sp>
        <p:nvSpPr>
          <p:cNvPr id="38" name="Tijdelijke aanduiding voor afbeelding 6">
            <a:extLst>
              <a:ext uri="{FF2B5EF4-FFF2-40B4-BE49-F238E27FC236}">
                <a16:creationId xmlns:a16="http://schemas.microsoft.com/office/drawing/2014/main" id="{18667554-632F-F642-A199-6245578C088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9280213" y="3018390"/>
            <a:ext cx="4098981" cy="3280978"/>
          </a:xfrm>
          <a:prstGeom prst="rect">
            <a:avLst/>
          </a:prstGeom>
        </p:spPr>
        <p:txBody>
          <a:bodyPr/>
          <a:lstStyle>
            <a:lvl1pPr>
              <a:defRPr sz="3600" b="1" i="0">
                <a:latin typeface="Nunito Sans SemiBold" pitchFamily="2" charset="77"/>
              </a:defRPr>
            </a:lvl1pPr>
          </a:lstStyle>
          <a:p>
            <a:r>
              <a:rPr lang="nl-NL" sz="3600" dirty="0"/>
              <a:t>Afbeelding</a:t>
            </a:r>
            <a:endParaRPr lang="nl-NL" dirty="0"/>
          </a:p>
        </p:txBody>
      </p:sp>
      <p:sp>
        <p:nvSpPr>
          <p:cNvPr id="16" name="Tekst slide met titel">
            <a:extLst>
              <a:ext uri="{FF2B5EF4-FFF2-40B4-BE49-F238E27FC236}">
                <a16:creationId xmlns:a16="http://schemas.microsoft.com/office/drawing/2014/main" id="{75C28C4D-66C1-F342-9E68-4371F3F10D21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005558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76CD2B54-4225-D240-94B5-6A012B26851C}"/>
              </a:ext>
            </a:extLst>
          </p:cNvPr>
          <p:cNvSpPr/>
          <p:nvPr userDrawn="1"/>
        </p:nvSpPr>
        <p:spPr>
          <a:xfrm>
            <a:off x="-3374" y="0"/>
            <a:ext cx="24390748" cy="10704712"/>
          </a:xfrm>
          <a:prstGeom prst="rect">
            <a:avLst/>
          </a:prstGeom>
          <a:solidFill>
            <a:srgbClr val="DEE7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9" name="Titel tabel slide"/>
          <p:cNvSpPr txBox="1">
            <a:spLocks noGrp="1"/>
          </p:cNvSpPr>
          <p:nvPr>
            <p:ph type="body" sz="quarter" idx="21"/>
          </p:nvPr>
        </p:nvSpPr>
        <p:spPr>
          <a:xfrm>
            <a:off x="1026870" y="1542553"/>
            <a:ext cx="6097489" cy="7618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latin typeface="Nunito Sans SemiBold" pitchFamily="2" charset="77"/>
              </a:defRPr>
            </a:lvl1pPr>
          </a:lstStyle>
          <a:p>
            <a:r>
              <a:rPr dirty="0" err="1"/>
              <a:t>Titel</a:t>
            </a:r>
            <a:r>
              <a:rPr dirty="0"/>
              <a:t> </a:t>
            </a:r>
            <a:r>
              <a:rPr dirty="0" err="1"/>
              <a:t>tabel</a:t>
            </a:r>
            <a:r>
              <a:rPr dirty="0"/>
              <a:t> slide</a:t>
            </a:r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kst slide met titel">
            <a:extLst>
              <a:ext uri="{FF2B5EF4-FFF2-40B4-BE49-F238E27FC236}">
                <a16:creationId xmlns:a16="http://schemas.microsoft.com/office/drawing/2014/main" id="{084EC5BB-D862-BE40-8333-4BD18B2D2627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76CD2B54-4225-D240-94B5-6A012B26851C}"/>
              </a:ext>
            </a:extLst>
          </p:cNvPr>
          <p:cNvSpPr/>
          <p:nvPr userDrawn="1"/>
        </p:nvSpPr>
        <p:spPr>
          <a:xfrm>
            <a:off x="-3374" y="0"/>
            <a:ext cx="24390748" cy="13716000"/>
          </a:xfrm>
          <a:prstGeom prst="rect">
            <a:avLst/>
          </a:prstGeom>
          <a:solidFill>
            <a:srgbClr val="DEE7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9" name="Titel tabel slide"/>
          <p:cNvSpPr txBox="1">
            <a:spLocks noGrp="1"/>
          </p:cNvSpPr>
          <p:nvPr>
            <p:ph type="body" sz="quarter" idx="21"/>
          </p:nvPr>
        </p:nvSpPr>
        <p:spPr>
          <a:xfrm>
            <a:off x="1026870" y="1542553"/>
            <a:ext cx="6097489" cy="7618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latin typeface="Nunito Sans SemiBold" pitchFamily="2" charset="77"/>
              </a:defRPr>
            </a:lvl1pPr>
          </a:lstStyle>
          <a:p>
            <a:r>
              <a:rPr dirty="0" err="1"/>
              <a:t>Titel</a:t>
            </a:r>
            <a:r>
              <a:rPr dirty="0"/>
              <a:t> </a:t>
            </a:r>
            <a:r>
              <a:rPr dirty="0" err="1"/>
              <a:t>tabel</a:t>
            </a:r>
            <a:r>
              <a:rPr dirty="0"/>
              <a:t> slide</a:t>
            </a:r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kst slide met titel">
            <a:extLst>
              <a:ext uri="{FF2B5EF4-FFF2-40B4-BE49-F238E27FC236}">
                <a16:creationId xmlns:a16="http://schemas.microsoft.com/office/drawing/2014/main" id="{F1946BFB-5535-EB4B-8D0C-8730BEEB89BC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488943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ergrond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76CD2B54-4225-D240-94B5-6A012B26851C}"/>
              </a:ext>
            </a:extLst>
          </p:cNvPr>
          <p:cNvSpPr/>
          <p:nvPr userDrawn="1"/>
        </p:nvSpPr>
        <p:spPr>
          <a:xfrm>
            <a:off x="-3374" y="0"/>
            <a:ext cx="24390748" cy="10704712"/>
          </a:xfrm>
          <a:prstGeom prst="rect">
            <a:avLst/>
          </a:prstGeom>
          <a:solidFill>
            <a:srgbClr val="DEE7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9" name="Titel tabel slide"/>
          <p:cNvSpPr txBox="1">
            <a:spLocks noGrp="1"/>
          </p:cNvSpPr>
          <p:nvPr>
            <p:ph type="body" sz="quarter" idx="21"/>
          </p:nvPr>
        </p:nvSpPr>
        <p:spPr>
          <a:xfrm>
            <a:off x="1026870" y="1542553"/>
            <a:ext cx="6097489" cy="7618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latin typeface="Nunito Sans SemiBold" pitchFamily="2" charset="77"/>
              </a:defRPr>
            </a:lvl1pPr>
          </a:lstStyle>
          <a:p>
            <a:r>
              <a:rPr dirty="0" err="1"/>
              <a:t>Titel</a:t>
            </a:r>
            <a:r>
              <a:rPr dirty="0"/>
              <a:t> </a:t>
            </a:r>
            <a:r>
              <a:rPr dirty="0" err="1"/>
              <a:t>tabel</a:t>
            </a:r>
            <a:r>
              <a:rPr dirty="0"/>
              <a:t> slide</a:t>
            </a:r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kst slide met titel">
            <a:extLst>
              <a:ext uri="{FF2B5EF4-FFF2-40B4-BE49-F238E27FC236}">
                <a16:creationId xmlns:a16="http://schemas.microsoft.com/office/drawing/2014/main" id="{90407BC8-F537-A04A-A1FF-395E13E5F539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335887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chtergrond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76CD2B54-4225-D240-94B5-6A012B26851C}"/>
              </a:ext>
            </a:extLst>
          </p:cNvPr>
          <p:cNvSpPr/>
          <p:nvPr userDrawn="1"/>
        </p:nvSpPr>
        <p:spPr>
          <a:xfrm>
            <a:off x="-3374" y="0"/>
            <a:ext cx="24390748" cy="10704712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9" name="Titel tabel slide"/>
          <p:cNvSpPr txBox="1">
            <a:spLocks noGrp="1"/>
          </p:cNvSpPr>
          <p:nvPr>
            <p:ph type="body" sz="quarter" idx="21"/>
          </p:nvPr>
        </p:nvSpPr>
        <p:spPr>
          <a:xfrm>
            <a:off x="1026870" y="1542553"/>
            <a:ext cx="6097489" cy="7618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latin typeface="Nunito Sans SemiBold" pitchFamily="2" charset="77"/>
              </a:defRPr>
            </a:lvl1pPr>
          </a:lstStyle>
          <a:p>
            <a:r>
              <a:rPr dirty="0" err="1"/>
              <a:t>Titel</a:t>
            </a:r>
            <a:r>
              <a:rPr dirty="0"/>
              <a:t> </a:t>
            </a:r>
            <a:r>
              <a:rPr dirty="0" err="1"/>
              <a:t>tabel</a:t>
            </a:r>
            <a:r>
              <a:rPr dirty="0"/>
              <a:t> slide</a:t>
            </a:r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kst slide met titel">
            <a:extLst>
              <a:ext uri="{FF2B5EF4-FFF2-40B4-BE49-F238E27FC236}">
                <a16:creationId xmlns:a16="http://schemas.microsoft.com/office/drawing/2014/main" id="{DFE9755E-7A18-9F4D-934C-B8A58CCE0947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385948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chtergrond ro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76CD2B54-4225-D240-94B5-6A012B26851C}"/>
              </a:ext>
            </a:extLst>
          </p:cNvPr>
          <p:cNvSpPr/>
          <p:nvPr userDrawn="1"/>
        </p:nvSpPr>
        <p:spPr>
          <a:xfrm>
            <a:off x="-3374" y="0"/>
            <a:ext cx="24390748" cy="10704712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9" name="Titel tabel slide"/>
          <p:cNvSpPr txBox="1">
            <a:spLocks noGrp="1"/>
          </p:cNvSpPr>
          <p:nvPr>
            <p:ph type="body" sz="quarter" idx="21"/>
          </p:nvPr>
        </p:nvSpPr>
        <p:spPr>
          <a:xfrm>
            <a:off x="1026870" y="1542553"/>
            <a:ext cx="6097489" cy="7618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latin typeface="Nunito Sans SemiBold" pitchFamily="2" charset="77"/>
              </a:defRPr>
            </a:lvl1pPr>
          </a:lstStyle>
          <a:p>
            <a:r>
              <a:rPr dirty="0" err="1"/>
              <a:t>Titel</a:t>
            </a:r>
            <a:r>
              <a:rPr dirty="0"/>
              <a:t> </a:t>
            </a:r>
            <a:r>
              <a:rPr dirty="0" err="1"/>
              <a:t>tabel</a:t>
            </a:r>
            <a:r>
              <a:rPr dirty="0"/>
              <a:t> slide</a:t>
            </a:r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kst slide met titel">
            <a:extLst>
              <a:ext uri="{FF2B5EF4-FFF2-40B4-BE49-F238E27FC236}">
                <a16:creationId xmlns:a16="http://schemas.microsoft.com/office/drawing/2014/main" id="{74A92C61-922B-6D47-9D14-104AEB2E4F8B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55246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chtergrond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76CD2B54-4225-D240-94B5-6A012B26851C}"/>
              </a:ext>
            </a:extLst>
          </p:cNvPr>
          <p:cNvSpPr/>
          <p:nvPr userDrawn="1"/>
        </p:nvSpPr>
        <p:spPr>
          <a:xfrm>
            <a:off x="-3374" y="0"/>
            <a:ext cx="24390748" cy="1070471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9" name="Titel tabel slide"/>
          <p:cNvSpPr txBox="1">
            <a:spLocks noGrp="1"/>
          </p:cNvSpPr>
          <p:nvPr>
            <p:ph type="body" sz="quarter" idx="21"/>
          </p:nvPr>
        </p:nvSpPr>
        <p:spPr>
          <a:xfrm>
            <a:off x="1026870" y="1542553"/>
            <a:ext cx="6097489" cy="7618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latin typeface="Nunito Sans SemiBold" pitchFamily="2" charset="77"/>
              </a:defRPr>
            </a:lvl1pPr>
          </a:lstStyle>
          <a:p>
            <a:r>
              <a:rPr dirty="0" err="1"/>
              <a:t>Titel</a:t>
            </a:r>
            <a:r>
              <a:rPr dirty="0"/>
              <a:t> </a:t>
            </a:r>
            <a:r>
              <a:rPr dirty="0" err="1"/>
              <a:t>tabel</a:t>
            </a:r>
            <a:r>
              <a:rPr dirty="0"/>
              <a:t> slide</a:t>
            </a:r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kst slide met titel">
            <a:extLst>
              <a:ext uri="{FF2B5EF4-FFF2-40B4-BE49-F238E27FC236}">
                <a16:creationId xmlns:a16="http://schemas.microsoft.com/office/drawing/2014/main" id="{740A1FCD-F169-F742-8620-EAA0E58A7D9A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8029666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chtergrond grij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76CD2B54-4225-D240-94B5-6A012B26851C}"/>
              </a:ext>
            </a:extLst>
          </p:cNvPr>
          <p:cNvSpPr/>
          <p:nvPr userDrawn="1"/>
        </p:nvSpPr>
        <p:spPr>
          <a:xfrm>
            <a:off x="-3374" y="0"/>
            <a:ext cx="24390748" cy="1070471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 spc="-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9" name="Titel tabel slide"/>
          <p:cNvSpPr txBox="1">
            <a:spLocks noGrp="1"/>
          </p:cNvSpPr>
          <p:nvPr>
            <p:ph type="body" sz="quarter" idx="21"/>
          </p:nvPr>
        </p:nvSpPr>
        <p:spPr>
          <a:xfrm>
            <a:off x="1026870" y="1542553"/>
            <a:ext cx="6097489" cy="7618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latin typeface="Nunito Sans SemiBold" pitchFamily="2" charset="77"/>
              </a:defRPr>
            </a:lvl1pPr>
          </a:lstStyle>
          <a:p>
            <a:r>
              <a:rPr dirty="0" err="1"/>
              <a:t>Titel</a:t>
            </a:r>
            <a:r>
              <a:rPr dirty="0"/>
              <a:t> </a:t>
            </a:r>
            <a:r>
              <a:rPr dirty="0" err="1"/>
              <a:t>tabel</a:t>
            </a:r>
            <a:r>
              <a:rPr dirty="0"/>
              <a:t> slide</a:t>
            </a:r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Tekst slide met titel">
            <a:extLst>
              <a:ext uri="{FF2B5EF4-FFF2-40B4-BE49-F238E27FC236}">
                <a16:creationId xmlns:a16="http://schemas.microsoft.com/office/drawing/2014/main" id="{D8AEFF37-5CE4-6B40-BCE4-56A906BE6814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01037569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18A8FE8E-C391-B145-8D32-9B988BDAB40B}"/>
              </a:ext>
            </a:extLst>
          </p:cNvPr>
          <p:cNvSpPr/>
          <p:nvPr userDrawn="1"/>
        </p:nvSpPr>
        <p:spPr>
          <a:xfrm>
            <a:off x="0" y="0"/>
            <a:ext cx="24384000" cy="10697610"/>
          </a:xfrm>
          <a:prstGeom prst="rect">
            <a:avLst/>
          </a:prstGeom>
          <a:solidFill>
            <a:srgbClr val="F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09" name="Titel tabel slid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026870" y="1542553"/>
            <a:ext cx="6097489" cy="761841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latin typeface="Nunito Sans SemiBold" pitchFamily="2" charset="77"/>
              </a:defRPr>
            </a:lvl1pPr>
          </a:lstStyle>
          <a:p>
            <a:r>
              <a:rPr lang="nl-NL" dirty="0"/>
              <a:t>Demo</a:t>
            </a:r>
            <a:endParaRPr dirty="0"/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kst slide met titel">
            <a:extLst>
              <a:ext uri="{FF2B5EF4-FFF2-40B4-BE49-F238E27FC236}">
                <a16:creationId xmlns:a16="http://schemas.microsoft.com/office/drawing/2014/main" id="{56BF4278-2CC2-EA47-93DC-2F88378ED901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87411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importer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18A8FE8E-C391-B145-8D32-9B988BDAB40B}"/>
              </a:ext>
            </a:extLst>
          </p:cNvPr>
          <p:cNvSpPr/>
          <p:nvPr userDrawn="1"/>
        </p:nvSpPr>
        <p:spPr>
          <a:xfrm>
            <a:off x="0" y="0"/>
            <a:ext cx="24384000" cy="10697610"/>
          </a:xfrm>
          <a:prstGeom prst="rect">
            <a:avLst/>
          </a:prstGeom>
          <a:solidFill>
            <a:srgbClr val="FDEDE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1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Afgeronde rechthoek 9">
            <a:extLst>
              <a:ext uri="{FF2B5EF4-FFF2-40B4-BE49-F238E27FC236}">
                <a16:creationId xmlns:a16="http://schemas.microsoft.com/office/drawing/2014/main" id="{9E1C4B06-7593-4D46-AD9F-7F7CD8EC1558}"/>
              </a:ext>
            </a:extLst>
          </p:cNvPr>
          <p:cNvSpPr/>
          <p:nvPr userDrawn="1"/>
        </p:nvSpPr>
        <p:spPr>
          <a:xfrm>
            <a:off x="4354044" y="1921115"/>
            <a:ext cx="15675911" cy="9418915"/>
          </a:xfrm>
          <a:prstGeom prst="roundRect">
            <a:avLst>
              <a:gd name="adj" fmla="val 2420"/>
            </a:avLst>
          </a:prstGeom>
          <a:solidFill>
            <a:schemeClr val="bg1"/>
          </a:solidFill>
          <a:ln w="12700" cap="flat">
            <a:noFill/>
            <a:miter lim="400000"/>
          </a:ln>
          <a:effectLst>
            <a:outerShdw blurRad="317500" dist="304800" dir="8640000" sx="99000" sy="99000" algn="ctr" rotWithShape="0">
              <a:schemeClr val="tx1">
                <a:alpha val="13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Tekst slide met titel">
            <a:extLst>
              <a:ext uri="{FF2B5EF4-FFF2-40B4-BE49-F238E27FC236}">
                <a16:creationId xmlns:a16="http://schemas.microsoft.com/office/drawing/2014/main" id="{5D9C1775-C591-A54D-A877-BDAE6ED11944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873204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angle"/>
          <p:cNvSpPr/>
          <p:nvPr/>
        </p:nvSpPr>
        <p:spPr>
          <a:xfrm>
            <a:off x="-16471" y="-27782"/>
            <a:ext cx="19334957" cy="13771564"/>
          </a:xfrm>
          <a:prstGeom prst="rect">
            <a:avLst/>
          </a:prstGeom>
          <a:solidFill>
            <a:srgbClr val="0C1B4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20" name="Griffeweg 97-7…"/>
          <p:cNvSpPr txBox="1"/>
          <p:nvPr/>
        </p:nvSpPr>
        <p:spPr>
          <a:xfrm>
            <a:off x="20369159" y="7879588"/>
            <a:ext cx="3034097" cy="100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2A3968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rPr b="1" i="0" err="1">
                <a:latin typeface="Nunito Sans SemiBold" pitchFamily="2" charset="77"/>
              </a:rPr>
              <a:t>Griffeweg</a:t>
            </a:r>
            <a:r>
              <a:rPr b="1" i="0">
                <a:latin typeface="Nunito Sans SemiBold" pitchFamily="2" charset="77"/>
              </a:rPr>
              <a:t> 97-7</a:t>
            </a:r>
          </a:p>
          <a:p>
            <a: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>
                <a:solidFill>
                  <a:srgbClr val="2A3968"/>
                </a:solidFill>
                <a:latin typeface="Avenir Heavy"/>
                <a:ea typeface="Avenir Heavy"/>
                <a:cs typeface="Avenir Heavy"/>
                <a:sym typeface="Avenir Heavy"/>
              </a:defRPr>
            </a:pPr>
            <a:r>
              <a:rPr b="1" i="0">
                <a:latin typeface="Nunito Sans SemiBold" pitchFamily="2" charset="77"/>
              </a:rPr>
              <a:t>9723 DV Groningen</a:t>
            </a:r>
          </a:p>
        </p:txBody>
      </p:sp>
      <p:pic>
        <p:nvPicPr>
          <p:cNvPr id="221" name="Image" descr="Image"/>
          <p:cNvPicPr>
            <a:picLocks noChangeAspect="1"/>
          </p:cNvPicPr>
          <p:nvPr/>
        </p:nvPicPr>
        <p:blipFill>
          <a:blip r:embed="rId2">
            <a:alphaModFix amt="39876"/>
          </a:blip>
          <a:srcRect/>
          <a:stretch>
            <a:fillRect/>
          </a:stretch>
        </p:blipFill>
        <p:spPr>
          <a:xfrm>
            <a:off x="20265964" y="12153900"/>
            <a:ext cx="3113512" cy="3615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Logo_vertical_full.png" descr="Logo_vertical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5979" y="1560670"/>
            <a:ext cx="2896656" cy="2467067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088 243 1800…"/>
          <p:cNvSpPr txBox="1"/>
          <p:nvPr/>
        </p:nvSpPr>
        <p:spPr>
          <a:xfrm>
            <a:off x="20295302" y="9415326"/>
            <a:ext cx="3113486" cy="1493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</a:defRPr>
            </a:pPr>
            <a:r>
              <a:rPr b="0" i="0" dirty="0">
                <a:latin typeface="Nunito Sans" pitchFamily="2" charset="77"/>
              </a:rPr>
              <a:t>088 243 1800</a:t>
            </a:r>
          </a:p>
          <a:p>
            <a: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</a:defRPr>
            </a:pPr>
            <a:r>
              <a:rPr b="0" i="0" dirty="0">
                <a:latin typeface="Nunito Sans" pitchFamily="2" charset="77"/>
                <a:hlinkClick r:id="rId4"/>
              </a:rPr>
              <a:t>hallo@embracecloud.nl</a:t>
            </a:r>
          </a:p>
          <a:p>
            <a:pPr defTabSz="12700">
              <a:lnSpc>
                <a:spcPts val="36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pc="-80">
                <a:solidFill>
                  <a:srgbClr val="2A3968"/>
                </a:solidFill>
              </a:defRPr>
            </a:pPr>
            <a:r>
              <a:rPr b="0" i="0" u="sng" dirty="0">
                <a:latin typeface="Nunito Sans" pitchFamily="2" charset="77"/>
                <a:hlinkClick r:id="rId5"/>
              </a:rPr>
              <a:t>www.embracecloud.nl</a:t>
            </a:r>
          </a:p>
        </p:txBody>
      </p:sp>
      <p:sp>
        <p:nvSpPr>
          <p:cNvPr id="224" name="Line"/>
          <p:cNvSpPr/>
          <p:nvPr/>
        </p:nvSpPr>
        <p:spPr>
          <a:xfrm>
            <a:off x="20337897" y="9156700"/>
            <a:ext cx="3028296" cy="1"/>
          </a:xfrm>
          <a:prstGeom prst="line">
            <a:avLst/>
          </a:prstGeom>
          <a:ln w="25400">
            <a:solidFill>
              <a:srgbClr val="0C1B48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ite slide">
    <p:bg>
      <p:bgPr>
        <a:solidFill>
          <a:srgbClr val="0C1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Workspace"/>
          <p:cNvSpPr txBox="1"/>
          <p:nvPr/>
        </p:nvSpPr>
        <p:spPr>
          <a:xfrm>
            <a:off x="1029547" y="7359650"/>
            <a:ext cx="4030755" cy="723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FFFFFF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Workspace</a:t>
            </a:r>
          </a:p>
        </p:txBody>
      </p:sp>
      <p:sp>
        <p:nvSpPr>
          <p:cNvPr id="236" name="Customers"/>
          <p:cNvSpPr txBox="1"/>
          <p:nvPr/>
        </p:nvSpPr>
        <p:spPr>
          <a:xfrm>
            <a:off x="10036922" y="7359650"/>
            <a:ext cx="4030755" cy="723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FFFFFF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0" i="0">
                <a:latin typeface="Avenir Medium" panose="02000503020000020003" pitchFamily="2" charset="0"/>
              </a:rPr>
              <a:t>Customers</a:t>
            </a:r>
          </a:p>
        </p:txBody>
      </p:sp>
      <p:sp>
        <p:nvSpPr>
          <p:cNvPr id="238" name="Housing"/>
          <p:cNvSpPr txBox="1"/>
          <p:nvPr/>
        </p:nvSpPr>
        <p:spPr>
          <a:xfrm>
            <a:off x="19306381" y="7359650"/>
            <a:ext cx="4069855" cy="723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12700">
              <a:lnSpc>
                <a:spcPts val="52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200" spc="-106">
                <a:solidFill>
                  <a:srgbClr val="FFFFFF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Housing</a:t>
            </a:r>
          </a:p>
        </p:txBody>
      </p:sp>
      <p:sp>
        <p:nvSpPr>
          <p:cNvPr id="239" name="Embrace - The Human Cloud"/>
          <p:cNvSpPr txBox="1"/>
          <p:nvPr/>
        </p:nvSpPr>
        <p:spPr>
          <a:xfrm>
            <a:off x="7942857" y="2342653"/>
            <a:ext cx="8498286" cy="1042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algn="ctr"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Embrace - The Human Cloud</a:t>
            </a:r>
          </a:p>
        </p:txBody>
      </p:sp>
      <p:sp>
        <p:nvSpPr>
          <p:cNvPr id="240" name="Embrace Suite"/>
          <p:cNvSpPr txBox="1"/>
          <p:nvPr/>
        </p:nvSpPr>
        <p:spPr>
          <a:xfrm>
            <a:off x="7942857" y="10663823"/>
            <a:ext cx="8498286" cy="1042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algn="ctr"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>
                <a:solidFill>
                  <a:srgbClr val="FFFFFF"/>
                </a:solidFill>
                <a:latin typeface="+mn-lt"/>
                <a:ea typeface="+mn-ea"/>
                <a:cs typeface="+mn-cs"/>
                <a:sym typeface="Avenir Medium"/>
              </a:defRPr>
            </a:lvl1pPr>
          </a:lstStyle>
          <a:p>
            <a:r>
              <a:rPr b="1" i="0">
                <a:latin typeface="Nunito Sans SemiBold" pitchFamily="2" charset="77"/>
              </a:rPr>
              <a:t>Embrace Suite</a:t>
            </a:r>
          </a:p>
        </p:txBody>
      </p:sp>
      <p:sp>
        <p:nvSpPr>
          <p:cNvPr id="241" name="Line"/>
          <p:cNvSpPr/>
          <p:nvPr/>
        </p:nvSpPr>
        <p:spPr>
          <a:xfrm flipV="1">
            <a:off x="12191999" y="3632187"/>
            <a:ext cx="1" cy="448970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Line"/>
          <p:cNvSpPr/>
          <p:nvPr/>
        </p:nvSpPr>
        <p:spPr>
          <a:xfrm flipH="1" flipV="1">
            <a:off x="3091094" y="4118195"/>
            <a:ext cx="18252612" cy="1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3" name="Line"/>
          <p:cNvSpPr/>
          <p:nvPr/>
        </p:nvSpPr>
        <p:spPr>
          <a:xfrm flipV="1">
            <a:off x="3060699" y="4095537"/>
            <a:ext cx="1" cy="944671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4" name="Line"/>
          <p:cNvSpPr/>
          <p:nvPr/>
        </p:nvSpPr>
        <p:spPr>
          <a:xfrm flipV="1">
            <a:off x="21348700" y="4095537"/>
            <a:ext cx="1" cy="944671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6" name="Line"/>
          <p:cNvSpPr/>
          <p:nvPr/>
        </p:nvSpPr>
        <p:spPr>
          <a:xfrm flipV="1">
            <a:off x="12193152" y="4095537"/>
            <a:ext cx="1" cy="944671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7" name="Line"/>
          <p:cNvSpPr/>
          <p:nvPr/>
        </p:nvSpPr>
        <p:spPr>
          <a:xfrm flipV="1">
            <a:off x="12191999" y="9628000"/>
            <a:ext cx="1" cy="448970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8" name="Line"/>
          <p:cNvSpPr/>
          <p:nvPr/>
        </p:nvSpPr>
        <p:spPr>
          <a:xfrm flipH="1" flipV="1">
            <a:off x="3033726" y="9592542"/>
            <a:ext cx="18309979" cy="0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9" name="Line"/>
          <p:cNvSpPr/>
          <p:nvPr/>
        </p:nvSpPr>
        <p:spPr>
          <a:xfrm flipV="1">
            <a:off x="12213546" y="8579054"/>
            <a:ext cx="1" cy="1042770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0" name="Line"/>
          <p:cNvSpPr/>
          <p:nvPr/>
        </p:nvSpPr>
        <p:spPr>
          <a:xfrm flipH="1" flipV="1">
            <a:off x="3060699" y="8579054"/>
            <a:ext cx="1" cy="1042770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2" name="Line"/>
          <p:cNvSpPr/>
          <p:nvPr/>
        </p:nvSpPr>
        <p:spPr>
          <a:xfrm flipV="1">
            <a:off x="21348700" y="8579054"/>
            <a:ext cx="1" cy="1042770"/>
          </a:xfrm>
          <a:prstGeom prst="line">
            <a:avLst/>
          </a:prstGeom>
          <a:ln w="762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3" name="Circle"/>
          <p:cNvSpPr/>
          <p:nvPr/>
        </p:nvSpPr>
        <p:spPr>
          <a:xfrm>
            <a:off x="12052300" y="3386606"/>
            <a:ext cx="290364" cy="29036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4" name="Circle"/>
          <p:cNvSpPr/>
          <p:nvPr/>
        </p:nvSpPr>
        <p:spPr>
          <a:xfrm>
            <a:off x="12052300" y="10092206"/>
            <a:ext cx="290364" cy="29036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55" name="Workspace.png" descr="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530" y="5588807"/>
            <a:ext cx="1557735" cy="155773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Customers.png" descr="Custom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9463" y="5566806"/>
            <a:ext cx="1753494" cy="1753494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Logo, icon&#10;&#10;Description automatically generated">
            <a:extLst>
              <a:ext uri="{FF2B5EF4-FFF2-40B4-BE49-F238E27FC236}">
                <a16:creationId xmlns:a16="http://schemas.microsoft.com/office/drawing/2014/main" id="{FAED5500-ACA7-EE4E-8C10-B5AF9B00A4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47" y="11996159"/>
            <a:ext cx="392545" cy="417080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1D90DBA5-ABE0-1C4C-BC2B-C19B840672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444520" y="5524053"/>
            <a:ext cx="1765300" cy="1765300"/>
          </a:xfrm>
          <a:prstGeom prst="rect">
            <a:avLst/>
          </a:prstGeom>
        </p:spPr>
      </p:pic>
      <p:sp>
        <p:nvSpPr>
          <p:cNvPr id="24" name="Tekst slide met titel">
            <a:extLst>
              <a:ext uri="{FF2B5EF4-FFF2-40B4-BE49-F238E27FC236}">
                <a16:creationId xmlns:a16="http://schemas.microsoft.com/office/drawing/2014/main" id="{9D2690BA-6FB5-6848-AA76-1AD320F25EC3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solidFill>
                  <a:schemeClr val="bg1"/>
                </a:solidFill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F4E9ABF-B0C6-7542-B4E3-A14FE53E49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26879" y="1542553"/>
            <a:ext cx="14201775" cy="9471025"/>
          </a:xfrm>
        </p:spPr>
        <p:txBody>
          <a:bodyPr>
            <a:normAutofit/>
          </a:bodyPr>
          <a:lstStyle>
            <a:lvl1pPr marL="457200" marR="0" indent="-457200" algn="l" defTabSz="8255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3200" b="0" i="0">
                <a:latin typeface="Nunito Sans" pitchFamily="2" charset="77"/>
              </a:defRPr>
            </a:lvl1pPr>
          </a:lstStyle>
          <a:p>
            <a:pPr lvl="0"/>
            <a:r>
              <a:rPr lang="nl-NL" dirty="0"/>
              <a:t>At </a:t>
            </a:r>
            <a:r>
              <a:rPr lang="nl-NL" dirty="0" err="1"/>
              <a:t>vero</a:t>
            </a:r>
            <a:r>
              <a:rPr lang="nl-NL" dirty="0"/>
              <a:t> </a:t>
            </a:r>
            <a:r>
              <a:rPr lang="nl-NL" dirty="0" err="1"/>
              <a:t>eos</a:t>
            </a:r>
            <a:r>
              <a:rPr lang="nl-NL" dirty="0"/>
              <a:t> et </a:t>
            </a:r>
            <a:r>
              <a:rPr lang="nl-NL" dirty="0" err="1"/>
              <a:t>accusamus</a:t>
            </a:r>
            <a:r>
              <a:rPr lang="nl-NL" dirty="0"/>
              <a:t> et </a:t>
            </a:r>
            <a:r>
              <a:rPr lang="nl-NL" dirty="0" err="1"/>
              <a:t>iusto</a:t>
            </a:r>
            <a:r>
              <a:rPr lang="nl-NL" dirty="0"/>
              <a:t> </a:t>
            </a:r>
            <a:r>
              <a:rPr lang="nl-NL" dirty="0" err="1"/>
              <a:t>odio</a:t>
            </a:r>
            <a:r>
              <a:rPr lang="nl-NL" dirty="0"/>
              <a:t> </a:t>
            </a:r>
            <a:r>
              <a:rPr lang="nl-NL" dirty="0" err="1"/>
              <a:t>dignissimos</a:t>
            </a:r>
            <a:r>
              <a:rPr lang="nl-NL" dirty="0"/>
              <a:t> </a:t>
            </a:r>
            <a:r>
              <a:rPr lang="nl-NL" dirty="0" err="1"/>
              <a:t>ducimus</a:t>
            </a:r>
            <a:r>
              <a:rPr lang="nl-NL" dirty="0"/>
              <a:t> </a:t>
            </a:r>
            <a:r>
              <a:rPr lang="nl-NL" dirty="0" err="1"/>
              <a:t>qui</a:t>
            </a:r>
            <a:r>
              <a:rPr lang="nl-NL" dirty="0"/>
              <a:t> </a:t>
            </a:r>
            <a:r>
              <a:rPr lang="nl-NL" dirty="0" err="1"/>
              <a:t>blanditiis</a:t>
            </a:r>
            <a:r>
              <a:rPr lang="nl-NL" dirty="0"/>
              <a:t> </a:t>
            </a:r>
            <a:r>
              <a:rPr lang="nl-NL" dirty="0" err="1"/>
              <a:t>praesentium</a:t>
            </a:r>
            <a:r>
              <a:rPr lang="nl-NL" dirty="0"/>
              <a:t> </a:t>
            </a:r>
            <a:r>
              <a:rPr lang="nl-NL" dirty="0" err="1"/>
              <a:t>voluptatum</a:t>
            </a:r>
            <a:r>
              <a:rPr lang="nl-NL" dirty="0"/>
              <a:t> </a:t>
            </a:r>
            <a:r>
              <a:rPr lang="nl-NL" dirty="0" err="1"/>
              <a:t>deleniti</a:t>
            </a:r>
            <a:r>
              <a:rPr lang="nl-NL" dirty="0"/>
              <a:t> </a:t>
            </a:r>
            <a:r>
              <a:rPr lang="nl-NL" dirty="0" err="1"/>
              <a:t>atque</a:t>
            </a:r>
            <a:r>
              <a:rPr lang="nl-NL" dirty="0"/>
              <a:t> </a:t>
            </a:r>
            <a:r>
              <a:rPr lang="nl-NL" dirty="0" err="1"/>
              <a:t>corrupti</a:t>
            </a:r>
            <a:r>
              <a:rPr lang="nl-NL" dirty="0"/>
              <a:t> </a:t>
            </a:r>
            <a:r>
              <a:rPr lang="nl-NL" dirty="0" err="1"/>
              <a:t>quos</a:t>
            </a:r>
            <a:r>
              <a:rPr lang="nl-NL" dirty="0"/>
              <a:t> </a:t>
            </a:r>
          </a:p>
          <a:p>
            <a:pPr lvl="0"/>
            <a:endParaRPr lang="nl-NL" dirty="0"/>
          </a:p>
          <a:p>
            <a:pPr marL="457200" marR="0" lvl="0" indent="-457200" algn="l" defTabSz="8255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/>
              <a:t>At </a:t>
            </a:r>
            <a:r>
              <a:rPr lang="nl-NL" dirty="0" err="1"/>
              <a:t>vero</a:t>
            </a:r>
            <a:r>
              <a:rPr lang="nl-NL" dirty="0"/>
              <a:t> </a:t>
            </a:r>
            <a:r>
              <a:rPr lang="nl-NL" dirty="0" err="1"/>
              <a:t>eos</a:t>
            </a:r>
            <a:r>
              <a:rPr lang="nl-NL" dirty="0"/>
              <a:t> et </a:t>
            </a:r>
            <a:r>
              <a:rPr lang="nl-NL" dirty="0" err="1"/>
              <a:t>accusamus</a:t>
            </a:r>
            <a:r>
              <a:rPr lang="nl-NL" dirty="0"/>
              <a:t> et </a:t>
            </a:r>
            <a:r>
              <a:rPr lang="nl-NL" dirty="0" err="1"/>
              <a:t>iusto</a:t>
            </a:r>
            <a:r>
              <a:rPr lang="nl-NL" dirty="0"/>
              <a:t> </a:t>
            </a:r>
            <a:r>
              <a:rPr lang="nl-NL" dirty="0" err="1"/>
              <a:t>odio</a:t>
            </a:r>
            <a:r>
              <a:rPr lang="nl-NL" dirty="0"/>
              <a:t> </a:t>
            </a:r>
            <a:r>
              <a:rPr lang="nl-NL" dirty="0" err="1"/>
              <a:t>dignissimos</a:t>
            </a:r>
            <a:r>
              <a:rPr lang="nl-NL" dirty="0"/>
              <a:t> </a:t>
            </a:r>
            <a:r>
              <a:rPr lang="nl-NL" dirty="0" err="1"/>
              <a:t>ducimus</a:t>
            </a:r>
            <a:r>
              <a:rPr lang="nl-NL" dirty="0"/>
              <a:t> </a:t>
            </a:r>
            <a:r>
              <a:rPr lang="nl-NL" dirty="0" err="1"/>
              <a:t>qui</a:t>
            </a:r>
            <a:r>
              <a:rPr lang="nl-NL" dirty="0"/>
              <a:t> </a:t>
            </a:r>
            <a:r>
              <a:rPr lang="nl-NL" dirty="0" err="1"/>
              <a:t>blanditiis</a:t>
            </a:r>
            <a:r>
              <a:rPr lang="nl-NL" dirty="0"/>
              <a:t> </a:t>
            </a:r>
            <a:r>
              <a:rPr lang="nl-NL" dirty="0" err="1"/>
              <a:t>praesentium</a:t>
            </a:r>
            <a:r>
              <a:rPr lang="nl-NL" dirty="0"/>
              <a:t> </a:t>
            </a:r>
            <a:r>
              <a:rPr lang="nl-NL" dirty="0" err="1"/>
              <a:t>voluptatum</a:t>
            </a:r>
            <a:r>
              <a:rPr lang="nl-NL" dirty="0"/>
              <a:t> </a:t>
            </a:r>
            <a:r>
              <a:rPr lang="nl-NL" dirty="0" err="1"/>
              <a:t>deleniti</a:t>
            </a:r>
            <a:r>
              <a:rPr lang="nl-NL" dirty="0"/>
              <a:t> </a:t>
            </a:r>
            <a:r>
              <a:rPr lang="nl-NL" dirty="0" err="1"/>
              <a:t>atque</a:t>
            </a:r>
            <a:r>
              <a:rPr lang="nl-NL" dirty="0"/>
              <a:t> </a:t>
            </a:r>
            <a:r>
              <a:rPr lang="nl-NL" dirty="0" err="1"/>
              <a:t>corrupti</a:t>
            </a:r>
            <a:r>
              <a:rPr lang="nl-NL" dirty="0"/>
              <a:t> </a:t>
            </a:r>
            <a:r>
              <a:rPr lang="nl-NL" dirty="0" err="1"/>
              <a:t>quos</a:t>
            </a:r>
            <a:r>
              <a:rPr lang="nl-NL" dirty="0"/>
              <a:t> </a:t>
            </a:r>
          </a:p>
          <a:p>
            <a:pPr lvl="0"/>
            <a:endParaRPr lang="nl-NL" dirty="0"/>
          </a:p>
          <a:p>
            <a:pPr marL="457200" marR="0" lvl="0" indent="-457200" algn="l" defTabSz="8255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dirty="0"/>
              <a:t>At </a:t>
            </a:r>
            <a:r>
              <a:rPr lang="nl-NL" dirty="0" err="1"/>
              <a:t>vero</a:t>
            </a:r>
            <a:r>
              <a:rPr lang="nl-NL" dirty="0"/>
              <a:t> </a:t>
            </a:r>
            <a:r>
              <a:rPr lang="nl-NL" dirty="0" err="1"/>
              <a:t>eos</a:t>
            </a:r>
            <a:r>
              <a:rPr lang="nl-NL" dirty="0"/>
              <a:t> et </a:t>
            </a:r>
            <a:r>
              <a:rPr lang="nl-NL" dirty="0" err="1"/>
              <a:t>accusamus</a:t>
            </a:r>
            <a:r>
              <a:rPr lang="nl-NL" dirty="0"/>
              <a:t> et </a:t>
            </a:r>
            <a:r>
              <a:rPr lang="nl-NL" dirty="0" err="1"/>
              <a:t>iusto</a:t>
            </a:r>
            <a:r>
              <a:rPr lang="nl-NL" dirty="0"/>
              <a:t> </a:t>
            </a:r>
            <a:r>
              <a:rPr lang="nl-NL" dirty="0" err="1"/>
              <a:t>odio</a:t>
            </a:r>
            <a:r>
              <a:rPr lang="nl-NL" dirty="0"/>
              <a:t> </a:t>
            </a:r>
            <a:r>
              <a:rPr lang="nl-NL" dirty="0" err="1"/>
              <a:t>dignissimos</a:t>
            </a:r>
            <a:r>
              <a:rPr lang="nl-NL" dirty="0"/>
              <a:t> </a:t>
            </a:r>
            <a:r>
              <a:rPr lang="nl-NL" dirty="0" err="1"/>
              <a:t>ducimus</a:t>
            </a:r>
            <a:r>
              <a:rPr lang="nl-NL" dirty="0"/>
              <a:t> </a:t>
            </a:r>
            <a:r>
              <a:rPr lang="nl-NL" dirty="0" err="1"/>
              <a:t>qui</a:t>
            </a:r>
            <a:r>
              <a:rPr lang="nl-NL" dirty="0"/>
              <a:t> </a:t>
            </a:r>
            <a:r>
              <a:rPr lang="nl-NL" dirty="0" err="1"/>
              <a:t>blanditiis</a:t>
            </a:r>
            <a:r>
              <a:rPr lang="nl-NL" dirty="0"/>
              <a:t> </a:t>
            </a:r>
            <a:r>
              <a:rPr lang="nl-NL" dirty="0" err="1"/>
              <a:t>praesentium</a:t>
            </a:r>
            <a:r>
              <a:rPr lang="nl-NL" dirty="0"/>
              <a:t> </a:t>
            </a:r>
            <a:r>
              <a:rPr lang="nl-NL" dirty="0" err="1"/>
              <a:t>voluptatum</a:t>
            </a:r>
            <a:r>
              <a:rPr lang="nl-NL" dirty="0"/>
              <a:t> </a:t>
            </a:r>
            <a:r>
              <a:rPr lang="nl-NL" dirty="0" err="1"/>
              <a:t>deleniti</a:t>
            </a:r>
            <a:r>
              <a:rPr lang="nl-NL" dirty="0"/>
              <a:t> </a:t>
            </a:r>
            <a:r>
              <a:rPr lang="nl-NL" dirty="0" err="1"/>
              <a:t>atque</a:t>
            </a:r>
            <a:r>
              <a:rPr lang="nl-NL" dirty="0"/>
              <a:t> </a:t>
            </a:r>
            <a:r>
              <a:rPr lang="nl-NL" dirty="0" err="1"/>
              <a:t>corrupti</a:t>
            </a:r>
            <a:r>
              <a:rPr lang="nl-NL" dirty="0"/>
              <a:t> </a:t>
            </a:r>
            <a:r>
              <a:rPr lang="nl-NL" dirty="0" err="1"/>
              <a:t>quos</a:t>
            </a:r>
            <a:r>
              <a:rPr lang="nl-NL" dirty="0"/>
              <a:t> </a:t>
            </a:r>
          </a:p>
          <a:p>
            <a:pPr lvl="0"/>
            <a:endParaRPr lang="nl-NL" dirty="0"/>
          </a:p>
        </p:txBody>
      </p:sp>
      <p:sp>
        <p:nvSpPr>
          <p:cNvPr id="266" name="Tekst slide met bullets"/>
          <p:cNvSpPr txBox="1">
            <a:spLocks noGrp="1"/>
          </p:cNvSpPr>
          <p:nvPr>
            <p:ph type="body" sz="quarter" idx="22"/>
          </p:nvPr>
        </p:nvSpPr>
        <p:spPr>
          <a:xfrm>
            <a:off x="1026870" y="1542553"/>
            <a:ext cx="6097489" cy="605063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latin typeface="Nunito Sans SemiBold" pitchFamily="2" charset="77"/>
              </a:defRPr>
            </a:lvl1pPr>
          </a:lstStyle>
          <a:p>
            <a:r>
              <a:rPr dirty="0" err="1"/>
              <a:t>Tekst</a:t>
            </a:r>
            <a:r>
              <a:rPr dirty="0"/>
              <a:t> slide met bullets</a:t>
            </a:r>
          </a:p>
        </p:txBody>
      </p:sp>
      <p:pic>
        <p:nvPicPr>
          <p:cNvPr id="26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Tekst slide met titel">
            <a:extLst>
              <a:ext uri="{FF2B5EF4-FFF2-40B4-BE49-F238E27FC236}">
                <a16:creationId xmlns:a16="http://schemas.microsoft.com/office/drawing/2014/main" id="{B624312F-089F-8747-833F-C586226A1C44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Rectangle"/>
          <p:cNvSpPr/>
          <p:nvPr/>
        </p:nvSpPr>
        <p:spPr>
          <a:xfrm>
            <a:off x="-16471" y="0"/>
            <a:ext cx="24416942" cy="10670978"/>
          </a:xfrm>
          <a:prstGeom prst="rect">
            <a:avLst/>
          </a:prstGeom>
          <a:solidFill>
            <a:srgbClr val="F7F4E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9" name="Slide met grote titel voor belangrijke statement, quotes of tekst die meer aandacht nodig heeft"/>
          <p:cNvSpPr txBox="1">
            <a:spLocks noGrp="1"/>
          </p:cNvSpPr>
          <p:nvPr>
            <p:ph type="body" idx="21" hasCustomPrompt="1"/>
          </p:nvPr>
        </p:nvSpPr>
        <p:spPr>
          <a:xfrm>
            <a:off x="1001470" y="1513899"/>
            <a:ext cx="16290913" cy="7331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ct val="100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 b="1" i="0">
                <a:latin typeface="Nunito Sans SemiBold" pitchFamily="2" charset="77"/>
                <a:ea typeface="Nunito Sans SemiBold" pitchFamily="2" charset="77"/>
                <a:cs typeface="Nunito Sans SemiBold" pitchFamily="2" charset="77"/>
                <a:sym typeface="Avenir Book"/>
              </a:defRPr>
            </a:lvl1pPr>
          </a:lstStyle>
          <a:p>
            <a:r>
              <a:t>Slide met </a:t>
            </a:r>
            <a:r>
              <a:rPr err="1"/>
              <a:t>grote</a:t>
            </a:r>
            <a:r>
              <a:t> </a:t>
            </a:r>
            <a:r>
              <a:rPr err="1"/>
              <a:t>titel</a:t>
            </a:r>
            <a:r>
              <a:t> </a:t>
            </a:r>
            <a:r>
              <a:rPr err="1"/>
              <a:t>voor</a:t>
            </a:r>
            <a:r>
              <a:t> </a:t>
            </a:r>
            <a:r>
              <a:rPr err="1"/>
              <a:t>belangrijke</a:t>
            </a:r>
            <a:r>
              <a:t> statement, quotes of </a:t>
            </a:r>
            <a:r>
              <a:rPr err="1"/>
              <a:t>tekst</a:t>
            </a:r>
            <a:r>
              <a:t> die </a:t>
            </a:r>
            <a:r>
              <a:rPr err="1"/>
              <a:t>meer</a:t>
            </a:r>
            <a:r>
              <a:t> </a:t>
            </a:r>
            <a:r>
              <a:rPr err="1"/>
              <a:t>aandacht</a:t>
            </a:r>
            <a:r>
              <a:t> </a:t>
            </a:r>
            <a:r>
              <a:rPr err="1"/>
              <a:t>nodig</a:t>
            </a:r>
            <a:r>
              <a:t> </a:t>
            </a:r>
            <a:r>
              <a:rPr err="1"/>
              <a:t>heeft</a:t>
            </a:r>
            <a:endParaRPr/>
          </a:p>
        </p:txBody>
      </p:sp>
      <p:sp>
        <p:nvSpPr>
          <p:cNvPr id="6" name="Tekst slide met titel">
            <a:extLst>
              <a:ext uri="{FF2B5EF4-FFF2-40B4-BE49-F238E27FC236}">
                <a16:creationId xmlns:a16="http://schemas.microsoft.com/office/drawing/2014/main" id="{D4BA4D92-35E7-3741-BC0F-67123F8EE2DB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t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"/>
          <p:cNvSpPr/>
          <p:nvPr/>
        </p:nvSpPr>
        <p:spPr>
          <a:xfrm>
            <a:off x="-25400" y="-47856"/>
            <a:ext cx="9179025" cy="13811878"/>
          </a:xfrm>
          <a:prstGeom prst="rect">
            <a:avLst/>
          </a:prstGeom>
          <a:solidFill>
            <a:srgbClr val="0C1B4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8" name="Image"/>
          <p:cNvSpPr>
            <a:spLocks noGrp="1"/>
          </p:cNvSpPr>
          <p:nvPr>
            <p:ph type="pic" idx="21"/>
          </p:nvPr>
        </p:nvSpPr>
        <p:spPr>
          <a:xfrm>
            <a:off x="9153625" y="-47856"/>
            <a:ext cx="15230375" cy="138118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 dirty="0"/>
          </a:p>
        </p:txBody>
      </p:sp>
      <p:sp>
        <p:nvSpPr>
          <p:cNvPr id="289" name="Titel slide met foto"/>
          <p:cNvSpPr txBox="1">
            <a:spLocks noGrp="1"/>
          </p:cNvSpPr>
          <p:nvPr>
            <p:ph type="body" sz="quarter" idx="22"/>
          </p:nvPr>
        </p:nvSpPr>
        <p:spPr>
          <a:xfrm>
            <a:off x="974681" y="1500425"/>
            <a:ext cx="6150968" cy="765323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9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4800" b="1" i="0">
                <a:solidFill>
                  <a:srgbClr val="FFFFFF"/>
                </a:solidFill>
                <a:latin typeface="Nunito Sans SemiBold" pitchFamily="2" charset="77"/>
              </a:defRPr>
            </a:lvl1pPr>
          </a:lstStyle>
          <a:p>
            <a:r>
              <a:rPr dirty="0" err="1"/>
              <a:t>Titel</a:t>
            </a:r>
            <a:r>
              <a:rPr dirty="0"/>
              <a:t> slide met </a:t>
            </a:r>
            <a:r>
              <a:rPr dirty="0" err="1"/>
              <a:t>foto</a:t>
            </a:r>
            <a:endParaRPr dirty="0"/>
          </a:p>
        </p:txBody>
      </p:sp>
      <p:sp>
        <p:nvSpPr>
          <p:cNvPr id="290" name="Text"/>
          <p:cNvSpPr txBox="1"/>
          <p:nvPr/>
        </p:nvSpPr>
        <p:spPr>
          <a:xfrm>
            <a:off x="23054386" y="12005183"/>
            <a:ext cx="260097" cy="399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lnSpc>
                <a:spcPct val="100000"/>
              </a:lnSpc>
              <a:defRPr sz="2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  <p:pic>
        <p:nvPicPr>
          <p:cNvPr id="9" name="Picture 8" descr="Logo, icon&#10;&#10;Description automatically generated">
            <a:extLst>
              <a:ext uri="{FF2B5EF4-FFF2-40B4-BE49-F238E27FC236}">
                <a16:creationId xmlns:a16="http://schemas.microsoft.com/office/drawing/2014/main" id="{4A0819A4-5833-0147-9476-893C65D5A4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547" y="11996159"/>
            <a:ext cx="392545" cy="417080"/>
          </a:xfrm>
          <a:prstGeom prst="rect">
            <a:avLst/>
          </a:prstGeom>
        </p:spPr>
      </p:pic>
      <p:sp>
        <p:nvSpPr>
          <p:cNvPr id="11" name="Tekst slide met titel">
            <a:extLst>
              <a:ext uri="{FF2B5EF4-FFF2-40B4-BE49-F238E27FC236}">
                <a16:creationId xmlns:a16="http://schemas.microsoft.com/office/drawing/2014/main" id="{D1DB93AE-4F36-F04C-9AE0-D4AB6D335677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solidFill>
                  <a:schemeClr val="bg1"/>
                </a:solidFill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fa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"/>
          <p:cNvSpPr/>
          <p:nvPr/>
        </p:nvSpPr>
        <p:spPr>
          <a:xfrm>
            <a:off x="-16471" y="-27782"/>
            <a:ext cx="24416942" cy="10713344"/>
          </a:xfrm>
          <a:prstGeom prst="rect">
            <a:avLst/>
          </a:prstGeom>
          <a:solidFill>
            <a:srgbClr val="DFEFF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2FC8EE6E-0FE5-FA45-BCBD-35927BE78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700" y="11982450"/>
            <a:ext cx="431800" cy="44450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14ECEEF8-7426-7A40-BB52-83A580B072BD}"/>
              </a:ext>
            </a:extLst>
          </p:cNvPr>
          <p:cNvSpPr/>
          <p:nvPr userDrawn="1"/>
        </p:nvSpPr>
        <p:spPr>
          <a:xfrm>
            <a:off x="9148873" y="2437045"/>
            <a:ext cx="14233657" cy="9091110"/>
          </a:xfrm>
          <a:prstGeom prst="roundRect">
            <a:avLst>
              <a:gd name="adj" fmla="val 1388"/>
            </a:avLst>
          </a:prstGeom>
          <a:noFill/>
          <a:ln w="12700" cap="flat">
            <a:noFill/>
            <a:miter lim="400000"/>
          </a:ln>
          <a:effectLst>
            <a:outerShdw blurRad="317500" dist="304800" dir="8640000" sx="99000" sy="99000" algn="ctr" rotWithShape="0">
              <a:schemeClr val="tx1">
                <a:alpha val="13000"/>
              </a:scheme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Afgeronde rechthoek 20">
            <a:extLst>
              <a:ext uri="{FF2B5EF4-FFF2-40B4-BE49-F238E27FC236}">
                <a16:creationId xmlns:a16="http://schemas.microsoft.com/office/drawing/2014/main" id="{3284B2E9-309F-1549-9F7A-717909215552}"/>
              </a:ext>
            </a:extLst>
          </p:cNvPr>
          <p:cNvSpPr/>
          <p:nvPr userDrawn="1"/>
        </p:nvSpPr>
        <p:spPr>
          <a:xfrm>
            <a:off x="9245600" y="2428651"/>
            <a:ext cx="14151443" cy="890509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Tekst slide met bullets">
            <a:extLst>
              <a:ext uri="{FF2B5EF4-FFF2-40B4-BE49-F238E27FC236}">
                <a16:creationId xmlns:a16="http://schemas.microsoft.com/office/drawing/2014/main" id="{91BADA7C-92AD-1040-A48F-FA96EC94F90A}"/>
              </a:ext>
            </a:extLst>
          </p:cNvPr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26870" y="1542553"/>
            <a:ext cx="6097489" cy="605063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latin typeface="+mj-lt"/>
              </a:defRPr>
            </a:lvl1pPr>
            <a:lvl2pPr>
              <a:defRPr b="1" i="0">
                <a:latin typeface="Nunito Sans SemiBold" pitchFamily="2" charset="77"/>
              </a:defRPr>
            </a:lvl2pPr>
          </a:lstStyle>
          <a:p>
            <a:pPr lvl="1"/>
            <a:r>
              <a:rPr lang="nl-NL" dirty="0"/>
              <a:t>S</a:t>
            </a:r>
            <a:r>
              <a:rPr dirty="0" err="1"/>
              <a:t>lide</a:t>
            </a:r>
            <a:r>
              <a:rPr dirty="0"/>
              <a:t> met </a:t>
            </a:r>
            <a:r>
              <a:rPr lang="nl-NL" dirty="0"/>
              <a:t>interface</a:t>
            </a:r>
            <a:endParaRPr dirty="0"/>
          </a:p>
        </p:txBody>
      </p:sp>
      <p:sp>
        <p:nvSpPr>
          <p:cNvPr id="10" name="Tekst slide met titel">
            <a:extLst>
              <a:ext uri="{FF2B5EF4-FFF2-40B4-BE49-F238E27FC236}">
                <a16:creationId xmlns:a16="http://schemas.microsoft.com/office/drawing/2014/main" id="{49FD0D73-C276-1B4D-A11A-376E045066BC}"/>
              </a:ext>
            </a:extLst>
          </p:cNvPr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1798104" y="11791452"/>
            <a:ext cx="6097489" cy="10265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defTabSz="12700">
              <a:lnSpc>
                <a:spcPts val="6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 b="0" i="0">
                <a:latin typeface="Nunito Sans" pitchFamily="2" charset="77"/>
              </a:defRPr>
            </a:lvl1pPr>
          </a:lstStyle>
          <a:p>
            <a:r>
              <a:rPr lang="nl-NL" dirty="0"/>
              <a:t>Hoofdstuktitel</a:t>
            </a:r>
            <a:endParaRPr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C2A7228B-68D9-6B4B-95AD-0A8411E5A68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260659" y="2437045"/>
            <a:ext cx="14218597" cy="89050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nl-NL" dirty="0"/>
              <a:t>Plaats hier je interface afbeelding</a:t>
            </a: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2">
            <a:extLst>
              <a:ext uri="{FF2B5EF4-FFF2-40B4-BE49-F238E27FC236}">
                <a16:creationId xmlns:a16="http://schemas.microsoft.com/office/drawing/2014/main" id="{AC6072B2-B390-EF4D-B136-A503B3920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79600" y="3019425"/>
            <a:ext cx="18618200" cy="5845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Hoofdtitel 64px</a:t>
            </a:r>
          </a:p>
          <a:p>
            <a:pPr lvl="1"/>
            <a:r>
              <a:rPr lang="nl-NL" dirty="0"/>
              <a:t>H2 titel 48 </a:t>
            </a:r>
            <a:r>
              <a:rPr lang="nl-NL" dirty="0" err="1"/>
              <a:t>px</a:t>
            </a:r>
            <a:endParaRPr lang="nl-NL" dirty="0"/>
          </a:p>
          <a:p>
            <a:pPr lvl="2"/>
            <a:r>
              <a:rPr lang="nl-NL" dirty="0"/>
              <a:t>Bodytekst 32px</a:t>
            </a:r>
          </a:p>
          <a:p>
            <a:pPr lvl="2"/>
            <a:endParaRPr lang="nl-NL" dirty="0"/>
          </a:p>
          <a:p>
            <a:pPr lvl="2"/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79" r:id="rId9"/>
    <p:sldLayoutId id="2147483680" r:id="rId10"/>
    <p:sldLayoutId id="2147483657" r:id="rId11"/>
    <p:sldLayoutId id="2147483659" r:id="rId12"/>
    <p:sldLayoutId id="2147483660" r:id="rId13"/>
    <p:sldLayoutId id="2147483661" r:id="rId14"/>
    <p:sldLayoutId id="2147483662" r:id="rId15"/>
    <p:sldLayoutId id="2147483673" r:id="rId16"/>
    <p:sldLayoutId id="2147483663" r:id="rId17"/>
    <p:sldLayoutId id="2147483671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0" r:id="rId24"/>
    <p:sldLayoutId id="2147483672" r:id="rId25"/>
    <p:sldLayoutId id="2147483664" r:id="rId26"/>
    <p:sldLayoutId id="2147483665" r:id="rId27"/>
    <p:sldLayoutId id="2147483666" r:id="rId28"/>
    <p:sldLayoutId id="2147483667" r:id="rId29"/>
    <p:sldLayoutId id="2147483668" r:id="rId30"/>
    <p:sldLayoutId id="2147483669" r:id="rId31"/>
  </p:sldLayoutIdLst>
  <p:transition spd="med"/>
  <p:txStyles>
    <p:titleStyle>
      <a:lvl1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j-ea"/>
          <a:ea typeface="+mj-ea"/>
          <a:cs typeface="+mn-cs"/>
          <a:sym typeface="Avenir Medium"/>
        </a:defRPr>
      </a:lvl1pPr>
      <a:lvl2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2pPr>
      <a:lvl3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3pPr>
      <a:lvl4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4pPr>
      <a:lvl5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5pPr>
      <a:lvl6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6pPr>
      <a:lvl7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7pPr>
      <a:lvl8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8pPr>
      <a:lvl9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9pPr>
    </p:titleStyle>
    <p:bodyStyle>
      <a:lvl1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Nunito Sans SemiBold" pitchFamily="2" charset="77"/>
          <a:ea typeface="+mn-ea"/>
          <a:cs typeface="+mn-cs"/>
          <a:sym typeface="Avenir Medium"/>
        </a:defRPr>
      </a:lvl1pPr>
      <a:lvl2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2A3968"/>
          </a:solidFill>
          <a:uFillTx/>
          <a:latin typeface="Nunito Sans SemiBold" pitchFamily="2" charset="77"/>
          <a:ea typeface="+mn-ea"/>
          <a:cs typeface="+mn-cs"/>
          <a:sym typeface="Avenir Medium"/>
        </a:defRPr>
      </a:lvl2pPr>
      <a:lvl3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2A3968"/>
          </a:solidFill>
          <a:uFillTx/>
          <a:latin typeface="Nunito Sans" pitchFamily="2" charset="77"/>
          <a:ea typeface="+mn-ea"/>
          <a:cs typeface="+mn-cs"/>
          <a:sym typeface="Avenir Medium"/>
        </a:defRPr>
      </a:lvl3pPr>
      <a:lvl4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4pPr>
      <a:lvl5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5pPr>
      <a:lvl6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6pPr>
      <a:lvl7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7pPr>
      <a:lvl8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8pPr>
      <a:lvl9pPr marL="0" marR="0" indent="0" algn="l" defTabSz="825500" rtl="0" latinLnBrk="0">
        <a:lnSpc>
          <a:spcPts val="7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2A3968"/>
          </a:solidFill>
          <a:uFillTx/>
          <a:latin typeface="+mn-lt"/>
          <a:ea typeface="+mn-ea"/>
          <a:cs typeface="+mn-cs"/>
          <a:sym typeface="Avenir Medium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9.xml"/><Relationship Id="rId4" Type="http://schemas.openxmlformats.org/officeDocument/2006/relationships/customXml" Target="../ink/ink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mbracecloud.nl/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25.xml"/><Relationship Id="rId1" Type="http://schemas.openxmlformats.org/officeDocument/2006/relationships/video" Target="https://www.youtube.com/embed/FFdOw4EXVrA?feature=oembed" TargetMode="External"/><Relationship Id="rId5" Type="http://schemas.openxmlformats.org/officeDocument/2006/relationships/image" Target="../media/image26.png"/><Relationship Id="rId4" Type="http://schemas.openxmlformats.org/officeDocument/2006/relationships/customXml" Target="../ink/ink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if"/><Relationship Id="rId2" Type="http://schemas.openxmlformats.org/officeDocument/2006/relationships/hyperlink" Target="mailto:esmeeburgers@embracecloud.nl" TargetMode="Externa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Hoofdtitel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>
                <a:latin typeface="Nunito Sans SemiBold" pitchFamily="2" charset="77"/>
              </a:rPr>
              <a:t>Hoofdtitel</a:t>
            </a:r>
            <a:r>
              <a:rPr lang="nl-NL" dirty="0"/>
              <a:t> </a:t>
            </a:r>
            <a:endParaRPr dirty="0"/>
          </a:p>
        </p:txBody>
      </p:sp>
      <p:sp>
        <p:nvSpPr>
          <p:cNvPr id="7" name="Tijdelijke aanduiding voor tekst 2">
            <a:extLst>
              <a:ext uri="{FF2B5EF4-FFF2-40B4-BE49-F238E27FC236}">
                <a16:creationId xmlns:a16="http://schemas.microsoft.com/office/drawing/2014/main" id="{AA5D4FF0-3B9C-B840-8B5F-06B2D9C468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>
            <a:lvl1pPr algn="ctr">
              <a:lnSpc>
                <a:spcPts val="3200"/>
              </a:lnSpc>
              <a:defRPr sz="1800" b="0" i="0">
                <a:solidFill>
                  <a:srgbClr val="000000"/>
                </a:solidFill>
                <a:latin typeface="Avenir Book" panose="02000503020000020003" pitchFamily="2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algn="l">
              <a:lnSpc>
                <a:spcPts val="3200"/>
              </a:lnSpc>
              <a:defRPr sz="1800">
                <a:solidFill>
                  <a:srgbClr val="000000"/>
                </a:solidFill>
              </a:defRPr>
            </a:pPr>
            <a:r>
              <a:rPr lang="nl-NL" sz="2400" dirty="0">
                <a:solidFill>
                  <a:srgbClr val="0C1C47"/>
                </a:solidFill>
                <a:latin typeface="Nunito Sans" pitchFamily="2" charset="77"/>
                <a:sym typeface="Avenir Book"/>
              </a:rPr>
              <a:t>04/02/2021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Index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0" dirty="0">
                <a:latin typeface="Nunito Sans SemiBold" pitchFamily="2" charset="77"/>
              </a:rPr>
              <a:t>Index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99316C3-6667-BF43-BFD0-EE61231B9A20}"/>
              </a:ext>
            </a:extLst>
          </p:cNvPr>
          <p:cNvSpPr>
            <a:spLocks noGrp="1"/>
          </p:cNvSpPr>
          <p:nvPr>
            <p:ph type="body" sz="half" idx="22"/>
          </p:nvPr>
        </p:nvSpPr>
        <p:spPr>
          <a:xfrm>
            <a:off x="11155415" y="4594939"/>
            <a:ext cx="11906541" cy="6281207"/>
          </a:xfrm>
        </p:spPr>
        <p:txBody>
          <a:bodyPr/>
          <a:lstStyle/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defRPr sz="3200">
                <a:solidFill>
                  <a:srgbClr val="253A6C"/>
                </a:solidFill>
              </a:defRPr>
            </a:pPr>
            <a:r>
              <a:rPr lang="nl-NL" err="1"/>
              <a:t>Lorem</a:t>
            </a:r>
            <a:endParaRPr lang="nl-NL"/>
          </a:p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defRPr sz="3200">
                <a:solidFill>
                  <a:srgbClr val="253A6C"/>
                </a:solidFill>
              </a:defRPr>
            </a:pPr>
            <a:r>
              <a:rPr lang="nl-NL" err="1"/>
              <a:t>Ipsum</a:t>
            </a:r>
            <a:endParaRPr lang="nl-NL"/>
          </a:p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defRPr sz="3200">
                <a:solidFill>
                  <a:srgbClr val="253A6C"/>
                </a:solidFill>
              </a:defRPr>
            </a:pPr>
            <a:r>
              <a:rPr lang="nl-NL" err="1"/>
              <a:t>Dolor</a:t>
            </a:r>
            <a:r>
              <a:rPr lang="nl-NL"/>
              <a:t> </a:t>
            </a:r>
            <a:r>
              <a:rPr lang="nl-NL" err="1"/>
              <a:t>sit</a:t>
            </a:r>
            <a:endParaRPr lang="nl-NL"/>
          </a:p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defRPr sz="3200">
                <a:solidFill>
                  <a:srgbClr val="253A6C"/>
                </a:solidFill>
              </a:defRPr>
            </a:pPr>
            <a:r>
              <a:rPr lang="nl-NL" err="1"/>
              <a:t>Amet</a:t>
            </a:r>
            <a:endParaRPr lang="nl-NL"/>
          </a:p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defRPr sz="3200">
                <a:solidFill>
                  <a:srgbClr val="253A6C"/>
                </a:solidFill>
              </a:defRPr>
            </a:pPr>
            <a:r>
              <a:rPr lang="nl-NL" err="1"/>
              <a:t>Nulla</a:t>
            </a:r>
            <a:r>
              <a:rPr lang="nl-NL"/>
              <a:t> acta</a:t>
            </a:r>
          </a:p>
          <a:p>
            <a:pPr marL="555625" indent="-555625">
              <a:lnSpc>
                <a:spcPts val="4400"/>
              </a:lnSpc>
              <a:spcBef>
                <a:spcPts val="4400"/>
              </a:spcBef>
              <a:buSzPct val="100000"/>
              <a:defRPr sz="3200">
                <a:solidFill>
                  <a:srgbClr val="253A6C"/>
                </a:solidFill>
              </a:defRPr>
            </a:pPr>
            <a:r>
              <a:rPr lang="nl-NL"/>
              <a:t>Est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452832A-8123-794D-BD4E-0AF3B4F9C8D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nl-NL" dirty="0"/>
              <a:t>De human </a:t>
            </a:r>
            <a:r>
              <a:rPr lang="nl-NL" dirty="0" err="1"/>
              <a:t>cloud</a:t>
            </a:r>
            <a:r>
              <a:rPr lang="nl-NL" dirty="0"/>
              <a:t>:</a:t>
            </a:r>
          </a:p>
          <a:p>
            <a:r>
              <a:rPr lang="nl-NL" dirty="0"/>
              <a:t>slimme technologie</a:t>
            </a:r>
          </a:p>
          <a:p>
            <a:r>
              <a:rPr lang="nl-NL" dirty="0"/>
              <a:t>en ruimte voor</a:t>
            </a:r>
          </a:p>
          <a:p>
            <a:r>
              <a:rPr lang="nl-NL" dirty="0"/>
              <a:t>mensenwerk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C5EE7BB3-7479-3243-8C73-32DC4DDDC9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/>
          </a:bodyPr>
          <a:lstStyle/>
          <a:p>
            <a:r>
              <a:rPr lang="nl-NL"/>
              <a:t>Hoofdstuktitel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F3D2A549-5FD8-174C-8DF6-58510F98293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nl-NL" dirty="0"/>
              <a:t>Onze software automatiseert en digitaliseert processen en kennis,</a:t>
            </a:r>
          </a:p>
          <a:p>
            <a:r>
              <a:rPr lang="nl-NL" dirty="0"/>
              <a:t>en doorbreekt daarmee barrières die vaak onbewust zijn opgeworpen: processen die in de weg staan in plaats van helpen, werk dat ons niet eens echt nodig heeft en technische barrières die voorkomen dat iedereen mee kan doen.</a:t>
            </a:r>
          </a:p>
          <a:p>
            <a:endParaRPr lang="nl-NL" dirty="0"/>
          </a:p>
          <a:p>
            <a:r>
              <a:rPr lang="nl-NL" dirty="0" err="1"/>
              <a:t>Embrace</a:t>
            </a:r>
            <a:r>
              <a:rPr lang="nl-NL" dirty="0"/>
              <a:t> creëert ruimte waar mensen door slimme automatisering, krachtige tools en ruimte voor menselijke interactie uiteindelijk zichzelf kunnen helpen. Dat is The Human Cloud.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785AE0-8C24-4D8A-9470-4712D6BEC525}"/>
                  </a:ext>
                </a:extLst>
              </p14:cNvPr>
              <p14:cNvContentPartPr/>
              <p14:nvPr/>
            </p14:nvContentPartPr>
            <p14:xfrm>
              <a:off x="13296200" y="3079102"/>
              <a:ext cx="19050" cy="1905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785AE0-8C24-4D8A-9470-4712D6BEC5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43700" y="2126602"/>
                <a:ext cx="1905000" cy="190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7F9C9CF-38D2-F442-ADB9-53F2F787ACC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8A3BCC0B-36E7-8747-A714-21528BC7D56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6D62C9C0-869C-834E-A356-66D64DF26F3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fontScale="70000" lnSpcReduction="20000"/>
          </a:bodyPr>
          <a:lstStyle/>
          <a:p>
            <a:endParaRPr lang="nl-NL" dirty="0"/>
          </a:p>
        </p:txBody>
      </p:sp>
      <p:pic>
        <p:nvPicPr>
          <p:cNvPr id="21" name="Tijdelijke aanduiding voor afbeelding 20">
            <a:extLst>
              <a:ext uri="{FF2B5EF4-FFF2-40B4-BE49-F238E27FC236}">
                <a16:creationId xmlns:a16="http://schemas.microsoft.com/office/drawing/2014/main" id="{542E2054-500D-8849-ACFD-134A7D0FAF8C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8" b="9978"/>
          <a:stretch/>
        </p:blipFill>
        <p:spPr/>
      </p:pic>
      <p:pic>
        <p:nvPicPr>
          <p:cNvPr id="23" name="Tijdelijke aanduiding voor afbeelding 22">
            <a:extLst>
              <a:ext uri="{FF2B5EF4-FFF2-40B4-BE49-F238E27FC236}">
                <a16:creationId xmlns:a16="http://schemas.microsoft.com/office/drawing/2014/main" id="{34A285DF-E936-4D4A-A6E3-E09E608D2F53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8" b="5678"/>
          <a:stretch/>
        </p:blipFill>
        <p:spPr/>
      </p:pic>
      <p:pic>
        <p:nvPicPr>
          <p:cNvPr id="26" name="Tijdelijke aanduiding voor afbeelding 25">
            <a:extLst>
              <a:ext uri="{FF2B5EF4-FFF2-40B4-BE49-F238E27FC236}">
                <a16:creationId xmlns:a16="http://schemas.microsoft.com/office/drawing/2014/main" id="{FD35FB67-F1D1-A548-992E-1A7753193E74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8" b="9978"/>
          <a:stretch/>
        </p:blipFill>
        <p:spPr/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09F6E2B-4DC5-AC4A-A2DC-6082B9AB7F2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0000" lnSpcReduction="20000"/>
          </a:bodyPr>
          <a:lstStyle/>
          <a:p>
            <a:endParaRPr lang="nl-NL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FDBC93E9-A8DE-D44A-A915-1FC5A413422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fontScale="70000" lnSpcReduction="20000"/>
          </a:bodyPr>
          <a:lstStyle/>
          <a:p>
            <a:endParaRPr lang="nl-NL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5AD8210B-F1C2-7F4F-8D60-8A3D54AC4C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2448722-06CA-BA4A-86F1-E68F33FC855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lang="nl-NL" b="1" dirty="0">
                <a:latin typeface="Nunito Sans SemiBold" pitchFamily="2" charset="77"/>
              </a:rPr>
              <a:t>Tekst</a:t>
            </a:r>
          </a:p>
          <a:p>
            <a:endParaRPr lang="nl-NL" dirty="0">
              <a:latin typeface="Nunito Sans" pitchFamily="2" charset="77"/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0A233ED-F1CD-E548-A1A8-EAAE9D279BE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46AEC556-06DA-4E45-854E-C729181B220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C667F0F2-BF75-B840-B5A1-2E99D81D31A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21" name="Tijdelijke aanduiding voor afbeelding 20">
            <a:extLst>
              <a:ext uri="{FF2B5EF4-FFF2-40B4-BE49-F238E27FC236}">
                <a16:creationId xmlns:a16="http://schemas.microsoft.com/office/drawing/2014/main" id="{542E2054-500D-8849-ACFD-134A7D0FAF8C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3" b="9973"/>
          <a:stretch/>
        </p:blipFill>
        <p:spPr/>
      </p:pic>
      <p:pic>
        <p:nvPicPr>
          <p:cNvPr id="23" name="Tijdelijke aanduiding voor afbeelding 22">
            <a:extLst>
              <a:ext uri="{FF2B5EF4-FFF2-40B4-BE49-F238E27FC236}">
                <a16:creationId xmlns:a16="http://schemas.microsoft.com/office/drawing/2014/main" id="{34A285DF-E936-4D4A-A6E3-E09E608D2F53}"/>
              </a:ext>
            </a:extLst>
          </p:cNvPr>
          <p:cNvPicPr>
            <a:picLocks noGrp="1" noChangeAspect="1"/>
          </p:cNvPicPr>
          <p:nvPr>
            <p:ph type="pic" sz="quarter" idx="36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2" b="5672"/>
          <a:stretch/>
        </p:blipFill>
        <p:spPr/>
      </p:pic>
      <p:pic>
        <p:nvPicPr>
          <p:cNvPr id="26" name="Tijdelijke aanduiding voor afbeelding 25">
            <a:extLst>
              <a:ext uri="{FF2B5EF4-FFF2-40B4-BE49-F238E27FC236}">
                <a16:creationId xmlns:a16="http://schemas.microsoft.com/office/drawing/2014/main" id="{FD35FB67-F1D1-A548-992E-1A7753193E74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3" b="9973"/>
          <a:stretch/>
        </p:blipFill>
        <p:spPr/>
      </p:pic>
      <p:pic>
        <p:nvPicPr>
          <p:cNvPr id="48" name="Tijdelijke aanduiding voor afbeelding 47">
            <a:extLst>
              <a:ext uri="{FF2B5EF4-FFF2-40B4-BE49-F238E27FC236}">
                <a16:creationId xmlns:a16="http://schemas.microsoft.com/office/drawing/2014/main" id="{A4720154-3B47-3144-9154-521B35790610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43" b="5943"/>
          <a:stretch/>
        </p:blipFill>
        <p:spPr/>
      </p:pic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61F4F7B-549B-4542-A8D9-20B7BD254D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168278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5F3E28C-D2DB-514D-9958-D4FEBE35F0D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kst slide met titel"/>
          <p:cNvSpPr txBox="1"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Tekst</a:t>
            </a:r>
            <a:r>
              <a:rPr dirty="0"/>
              <a:t> slide met </a:t>
            </a:r>
            <a:r>
              <a:rPr dirty="0" err="1"/>
              <a:t>titel</a:t>
            </a:r>
            <a:r>
              <a:rPr dirty="0"/>
              <a:t> </a:t>
            </a:r>
          </a:p>
        </p:txBody>
      </p:sp>
      <p:sp>
        <p:nvSpPr>
          <p:cNvPr id="329" name="Lorem Ipsum is simply dummy text of the printing and typesetting industry. Lorem Ipsum has been the industry's standard dummy text ever since the 1500s, when an unknown printer took a galley of type and scrambled it to make a type specimen book.…"/>
          <p:cNvSpPr txBox="1">
            <a:spLocks noGrp="1"/>
          </p:cNvSpPr>
          <p:nvPr>
            <p:ph type="body" sz="quarter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nl-NL"/>
              <a:t>Hoofdstuktitel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A5CB3E5-15D1-3943-83F5-0836B794B92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nl-NL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79E21FF4-2499-094D-BF8F-332BBC9D4BF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35" name="Tekst slide met bullets"/>
          <p:cNvSpPr txBox="1"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Tekst</a:t>
            </a:r>
            <a:r>
              <a:rPr dirty="0"/>
              <a:t> slide met bullets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EEA05E6-25BC-C64E-AD9D-2D4004EEF38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itel tabel slide"/>
          <p:cNvSpPr txBox="1"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err="1"/>
              <a:t>Titel</a:t>
            </a:r>
            <a:r>
              <a:t> </a:t>
            </a:r>
            <a:r>
              <a:rPr err="1"/>
              <a:t>tabel</a:t>
            </a:r>
            <a:r>
              <a:t> slide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92312A2-13F3-9A40-8D1C-29CEA600C7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graphicFrame>
        <p:nvGraphicFramePr>
          <p:cNvPr id="342" name="Tabel 2"/>
          <p:cNvGraphicFramePr/>
          <p:nvPr>
            <p:extLst>
              <p:ext uri="{D42A27DB-BD31-4B8C-83A1-F6EECF244321}">
                <p14:modId xmlns:p14="http://schemas.microsoft.com/office/powerpoint/2010/main" val="2848684632"/>
              </p:ext>
            </p:extLst>
          </p:nvPr>
        </p:nvGraphicFramePr>
        <p:xfrm>
          <a:off x="9143240" y="1565164"/>
          <a:ext cx="14247674" cy="5853941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2035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5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5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53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53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353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7061">
                <a:tc gridSpan="7">
                  <a:txBody>
                    <a:bodyPr/>
                    <a:lstStyle/>
                    <a:p>
                      <a:pPr algn="l">
                        <a:lnSpc>
                          <a:spcPts val="4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i="0" dirty="0" err="1">
                          <a:solidFill>
                            <a:schemeClr val="tx2">
                              <a:lumMod val="10000"/>
                            </a:schemeClr>
                          </a:solidFill>
                          <a:latin typeface="Nunito Sans SemiBold" pitchFamily="2" charset="77"/>
                          <a:sym typeface="Avenir Medium"/>
                        </a:rPr>
                        <a:t>Tabel</a:t>
                      </a:r>
                      <a:r>
                        <a:rPr sz="3200" b="1" i="0" dirty="0">
                          <a:solidFill>
                            <a:schemeClr val="tx2">
                              <a:lumMod val="10000"/>
                            </a:schemeClr>
                          </a:solidFill>
                          <a:latin typeface="Nunito Sans SemiBold" pitchFamily="2" charset="77"/>
                          <a:sym typeface="Avenir Medium"/>
                        </a:rPr>
                        <a:t> 2</a:t>
                      </a:r>
                    </a:p>
                  </a:txBody>
                  <a:tcPr marL="50800" marR="50800" marT="50800" marB="50800" anchor="ctr" horzOverflow="overflow">
                    <a:lnL/>
                    <a:lnR/>
                    <a:lnT/>
                    <a:lnB w="12700">
                      <a:solidFill>
                        <a:srgbClr val="D6D6D6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770">
                <a:tc>
                  <a:txBody>
                    <a:bodyPr/>
                    <a:lstStyle/>
                    <a:p>
                      <a:pPr>
                        <a:lnSpc>
                          <a:spcPts val="4400"/>
                        </a:lnSpc>
                        <a:defRPr sz="3200">
                          <a:sym typeface="Avenir Medium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7D6"/>
                      </a:solidFill>
                      <a:miter lim="400000"/>
                    </a:lnR>
                    <a:lnT w="12700">
                      <a:solidFill>
                        <a:srgbClr val="D6D6D6"/>
                      </a:solidFill>
                      <a:miter lim="400000"/>
                    </a:lnT>
                    <a:lnB w="25400">
                      <a:solidFill>
                        <a:srgbClr val="D6D7D6"/>
                      </a:solidFill>
                      <a:miter lim="400000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i="0">
                          <a:solidFill>
                            <a:srgbClr val="FFFFFF"/>
                          </a:solidFill>
                          <a:latin typeface="Nunito Sans SemiBold" pitchFamily="2" charset="77"/>
                          <a:ea typeface="+mn-ea"/>
                          <a:cs typeface="+mn-cs"/>
                          <a:sym typeface="Avenir Medium"/>
                        </a:rPr>
                        <a:t>A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D6D7D6"/>
                      </a:solidFill>
                      <a:miter lim="400000"/>
                    </a:lnL>
                    <a:lnT w="12700">
                      <a:solidFill>
                        <a:srgbClr val="D6D6D6"/>
                      </a:solidFill>
                      <a:miter lim="400000"/>
                    </a:lnT>
                    <a:lnB w="25400">
                      <a:solidFill>
                        <a:srgbClr val="D6D7D6"/>
                      </a:solidFill>
                      <a:miter lim="400000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i="0">
                          <a:solidFill>
                            <a:srgbClr val="FFFFFF"/>
                          </a:solidFill>
                          <a:latin typeface="Nunito Sans SemiBold" pitchFamily="2" charset="77"/>
                          <a:ea typeface="+mn-ea"/>
                          <a:cs typeface="+mn-cs"/>
                          <a:sym typeface="Avenir Medium"/>
                        </a:rPr>
                        <a:t>B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  <a:lnB w="25400">
                      <a:solidFill>
                        <a:srgbClr val="D6D7D6"/>
                      </a:solidFill>
                      <a:miter lim="400000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i="0">
                          <a:solidFill>
                            <a:srgbClr val="FFFFFF"/>
                          </a:solidFill>
                          <a:latin typeface="Nunito Sans SemiBold" pitchFamily="2" charset="77"/>
                          <a:ea typeface="+mn-ea"/>
                          <a:cs typeface="+mn-cs"/>
                          <a:sym typeface="Avenir Medium"/>
                        </a:rPr>
                        <a:t>C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  <a:lnB w="25400">
                      <a:solidFill>
                        <a:srgbClr val="D6D7D6"/>
                      </a:solidFill>
                      <a:miter lim="400000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i="0">
                          <a:solidFill>
                            <a:srgbClr val="FFFFFF"/>
                          </a:solidFill>
                          <a:latin typeface="Nunito Sans SemiBold" pitchFamily="2" charset="77"/>
                          <a:ea typeface="+mn-ea"/>
                          <a:cs typeface="+mn-cs"/>
                          <a:sym typeface="Avenir Medium"/>
                        </a:rPr>
                        <a:t>D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  <a:lnB w="25400">
                      <a:solidFill>
                        <a:srgbClr val="D6D7D6"/>
                      </a:solidFill>
                      <a:miter lim="400000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i="0">
                          <a:solidFill>
                            <a:srgbClr val="FFFFFF"/>
                          </a:solidFill>
                          <a:latin typeface="Nunito Sans SemiBold" pitchFamily="2" charset="77"/>
                          <a:ea typeface="+mn-ea"/>
                          <a:cs typeface="+mn-cs"/>
                          <a:sym typeface="Avenir Medium"/>
                        </a:rPr>
                        <a:t>E</a:t>
                      </a:r>
                    </a:p>
                  </a:txBody>
                  <a:tcPr marL="50800" marR="50800" marT="50800" marB="50800" anchor="ctr" horzOverflow="overflow">
                    <a:lnT w="12700">
                      <a:solidFill>
                        <a:srgbClr val="D6D6D6"/>
                      </a:solidFill>
                      <a:miter lim="400000"/>
                    </a:lnT>
                    <a:lnB w="25400">
                      <a:solidFill>
                        <a:srgbClr val="D6D7D6"/>
                      </a:solidFill>
                      <a:miter lim="400000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4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3200" b="1" i="0">
                          <a:solidFill>
                            <a:srgbClr val="FFFFFF"/>
                          </a:solidFill>
                          <a:latin typeface="Nunito Sans SemiBold" pitchFamily="2" charset="77"/>
                          <a:ea typeface="+mn-ea"/>
                          <a:cs typeface="+mn-cs"/>
                          <a:sym typeface="Avenir Medium"/>
                        </a:rPr>
                        <a:t>F</a:t>
                      </a:r>
                    </a:p>
                  </a:txBody>
                  <a:tcPr marL="50800" marR="50800" marT="50800" marB="508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T w="12700">
                      <a:solidFill>
                        <a:srgbClr val="D6D6D6"/>
                      </a:solidFill>
                      <a:miter lim="400000"/>
                    </a:lnT>
                    <a:lnB w="25400">
                      <a:solidFill>
                        <a:srgbClr val="D6D7D6"/>
                      </a:solidFill>
                      <a:miter lim="400000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770">
                <a:tc>
                  <a:txBody>
                    <a:bodyPr/>
                    <a:lstStyle/>
                    <a:p>
                      <a:pPr>
                        <a:lnSpc>
                          <a:spcPts val="3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 i="0">
                          <a:solidFill>
                            <a:schemeClr val="bg1"/>
                          </a:solidFill>
                          <a:latin typeface="Nunito Sans SemiBold" pitchFamily="2" charset="77"/>
                          <a:sym typeface="Avenir Medium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T w="25400">
                      <a:solidFill>
                        <a:srgbClr val="D6D7D6"/>
                      </a:solidFill>
                      <a:miter lim="400000"/>
                    </a:lnT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25500" eaLnBrk="1" fontAlgn="auto" latinLnBrk="0" hangingPunct="1">
                        <a:lnSpc>
                          <a:spcPts val="3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nl-NL" sz="2000" b="0" i="0" dirty="0">
                          <a:solidFill>
                            <a:srgbClr val="0C1C47"/>
                          </a:solidFill>
                          <a:latin typeface="Nunito Sans" pitchFamily="2" charset="77"/>
                          <a:sym typeface="Avenir Book"/>
                        </a:rPr>
                        <a:t>Voorbeeld tekst </a:t>
                      </a:r>
                    </a:p>
                    <a:p>
                      <a:pPr algn="l">
                        <a:lnSpc>
                          <a:spcPts val="3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endParaRPr sz="2000" b="0" i="0" dirty="0">
                        <a:solidFill>
                          <a:srgbClr val="0C1C47"/>
                        </a:solidFill>
                        <a:latin typeface="Nunito Sans" pitchFamily="2" charset="77"/>
                        <a:sym typeface="Avenir Book"/>
                      </a:endParaRPr>
                    </a:p>
                  </a:txBody>
                  <a:tcPr marL="180000" marR="180000" marT="180000" marB="180000" anchor="ctr" horzOverflow="overflow">
                    <a:lnT w="25400">
                      <a:solidFill>
                        <a:srgbClr val="D6D7D6"/>
                      </a:solidFill>
                      <a:miter lim="400000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T w="25400">
                      <a:solidFill>
                        <a:srgbClr val="D6D7D6"/>
                      </a:solidFill>
                      <a:miter lim="400000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T w="25400">
                      <a:solidFill>
                        <a:srgbClr val="D6D7D6"/>
                      </a:solidFill>
                      <a:miter lim="400000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T w="25400">
                      <a:solidFill>
                        <a:srgbClr val="D6D7D6"/>
                      </a:solidFill>
                      <a:miter lim="400000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T w="25400">
                      <a:solidFill>
                        <a:srgbClr val="D6D7D6"/>
                      </a:solidFill>
                      <a:miter lim="400000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T w="25400">
                      <a:solidFill>
                        <a:srgbClr val="D6D7D6"/>
                      </a:solidFill>
                      <a:miter lim="400000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770">
                <a:tc>
                  <a:txBody>
                    <a:bodyPr/>
                    <a:lstStyle/>
                    <a:p>
                      <a:pPr>
                        <a:lnSpc>
                          <a:spcPts val="3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 i="0">
                          <a:solidFill>
                            <a:schemeClr val="bg1"/>
                          </a:solidFill>
                          <a:latin typeface="Nunito Sans SemiBold" pitchFamily="2" charset="77"/>
                          <a:sym typeface="Avenir Medium"/>
                        </a:rPr>
                        <a:t>2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5770">
                <a:tc>
                  <a:txBody>
                    <a:bodyPr/>
                    <a:lstStyle/>
                    <a:p>
                      <a:pPr>
                        <a:lnSpc>
                          <a:spcPts val="3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 i="0">
                          <a:solidFill>
                            <a:schemeClr val="bg1"/>
                          </a:solidFill>
                          <a:latin typeface="Nunito Sans SemiBold" pitchFamily="2" charset="77"/>
                          <a:sym typeface="Avenir Medium"/>
                        </a:rPr>
                        <a:t>3</a:t>
                      </a:r>
                    </a:p>
                  </a:txBody>
                  <a:tcPr marL="50800" marR="50800" marT="50800" marB="508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5770">
                <a:tc>
                  <a:txBody>
                    <a:bodyPr/>
                    <a:lstStyle/>
                    <a:p>
                      <a:pPr>
                        <a:lnSpc>
                          <a:spcPts val="32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 i="0">
                          <a:solidFill>
                            <a:schemeClr val="bg1"/>
                          </a:solidFill>
                          <a:latin typeface="Nunito Sans SemiBold" pitchFamily="2" charset="77"/>
                          <a:sym typeface="Avenir Medium"/>
                        </a:rPr>
                        <a:t>4</a:t>
                      </a:r>
                    </a:p>
                  </a:txBody>
                  <a:tcPr marL="50800" marR="50800" marT="50800" marB="508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B w="12700">
                      <a:solidFill>
                        <a:srgbClr val="D6D6D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endParaRPr sz="2000" b="0" i="0" dirty="0">
                        <a:latin typeface="Nunito Sans" pitchFamily="2" charset="77"/>
                      </a:endParaRPr>
                    </a:p>
                  </a:txBody>
                  <a:tcPr marL="180000" marR="180000" marT="180000" marB="180000" anchor="ctr" horzOverflow="overflow">
                    <a:lnR w="12700">
                      <a:solidFill>
                        <a:srgbClr val="D6D6D6"/>
                      </a:solidFill>
                      <a:miter lim="400000"/>
                    </a:lnR>
                    <a:lnB w="12700">
                      <a:solidFill>
                        <a:srgbClr val="D6D6D6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9329FCB-C27F-304A-AA04-0B2B1943C9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/>
              <a:t>Investeringsindicatie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D5CBB65-5E08-B946-9C0F-A02E610D778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graphicFrame>
        <p:nvGraphicFramePr>
          <p:cNvPr id="342" name="Tabel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8666930"/>
              </p:ext>
            </p:extLst>
          </p:nvPr>
        </p:nvGraphicFramePr>
        <p:xfrm>
          <a:off x="1026870" y="2731621"/>
          <a:ext cx="20866478" cy="45360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10433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ts val="44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nl-NL" sz="2000" b="1" i="0" dirty="0">
                          <a:solidFill>
                            <a:schemeClr val="tx1"/>
                          </a:solidFill>
                          <a:latin typeface="Nunito Sans SemiBold" pitchFamily="2" charset="77"/>
                          <a:ea typeface="+mn-ea"/>
                          <a:cs typeface="+mn-cs"/>
                          <a:sym typeface="Avenir Medium"/>
                        </a:rPr>
                        <a:t>Omschrijving</a:t>
                      </a:r>
                      <a:endParaRPr sz="2000" b="1" i="0" dirty="0">
                        <a:solidFill>
                          <a:schemeClr val="tx1"/>
                        </a:solidFill>
                        <a:latin typeface="Nunito Sans SemiBold" pitchFamily="2" charset="77"/>
                        <a:ea typeface="+mn-ea"/>
                        <a:cs typeface="+mn-cs"/>
                        <a:sym typeface="Avenir Medium"/>
                      </a:endParaRP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44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nl-NL" sz="2000" b="1" i="0">
                          <a:solidFill>
                            <a:schemeClr val="tx1"/>
                          </a:solidFill>
                          <a:latin typeface="Nunito Sans SemiBold" pitchFamily="2" charset="77"/>
                          <a:ea typeface="+mn-ea"/>
                          <a:cs typeface="+mn-cs"/>
                          <a:sym typeface="Avenir Medium"/>
                        </a:rPr>
                        <a:t>Jaarlijks bedrag</a:t>
                      </a:r>
                      <a:endParaRPr sz="2000" b="1" i="0">
                        <a:solidFill>
                          <a:schemeClr val="tx1"/>
                        </a:solidFill>
                        <a:latin typeface="Nunito Sans SemiBold" pitchFamily="2" charset="77"/>
                        <a:ea typeface="+mn-ea"/>
                        <a:cs typeface="+mn-cs"/>
                        <a:sym typeface="Avenir Medium"/>
                      </a:endParaRP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l" defTabSz="825500" eaLnBrk="1" fontAlgn="auto" latinLnBrk="0" hangingPunct="1">
                        <a:lnSpc>
                          <a:spcPts val="3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nl-NL" sz="2000" b="0" i="0" err="1">
                          <a:solidFill>
                            <a:schemeClr val="tx1"/>
                          </a:solidFill>
                          <a:latin typeface="Nunito Sans" pitchFamily="2" charset="77"/>
                          <a:sym typeface="Avenir Book"/>
                        </a:rPr>
                        <a:t>Embrace</a:t>
                      </a:r>
                      <a:r>
                        <a:rPr lang="nl-NL" sz="2000" b="0" i="0">
                          <a:solidFill>
                            <a:schemeClr val="tx1"/>
                          </a:solidFill>
                          <a:latin typeface="Nunito Sans" pitchFamily="2" charset="77"/>
                          <a:sym typeface="Avenir Book"/>
                        </a:rPr>
                        <a:t> </a:t>
                      </a:r>
                      <a:r>
                        <a:rPr lang="nl-NL" sz="2000" b="0" i="0" err="1">
                          <a:solidFill>
                            <a:schemeClr val="tx1"/>
                          </a:solidFill>
                          <a:latin typeface="Nunito Sans" pitchFamily="2" charset="77"/>
                          <a:sym typeface="Avenir Book"/>
                        </a:rPr>
                        <a:t>Worksapce</a:t>
                      </a:r>
                      <a:r>
                        <a:rPr lang="nl-NL" sz="2000" b="0" i="0">
                          <a:solidFill>
                            <a:schemeClr val="tx1"/>
                          </a:solidFill>
                          <a:latin typeface="Nunito Sans" pitchFamily="2" charset="77"/>
                          <a:sym typeface="Avenir Book"/>
                        </a:rPr>
                        <a:t> 5.100 medewerkers</a:t>
                      </a: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 dirty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€ 37.500</a:t>
                      </a:r>
                      <a:endParaRPr sz="2000" b="0" i="0" dirty="0">
                        <a:solidFill>
                          <a:schemeClr val="tx1"/>
                        </a:solidFill>
                        <a:latin typeface="Nunito Sans" pitchFamily="2" charset="77"/>
                      </a:endParaRP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l" defTabSz="825500" eaLnBrk="1" fontAlgn="auto" latinLnBrk="0" hangingPunct="1">
                        <a:lnSpc>
                          <a:spcPts val="3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nl-NL" sz="2000" b="0" i="0">
                          <a:solidFill>
                            <a:schemeClr val="tx1"/>
                          </a:solidFill>
                          <a:latin typeface="Nunito Sans" pitchFamily="2" charset="77"/>
                          <a:sym typeface="Avenir Book"/>
                        </a:rPr>
                        <a:t>Hosting</a:t>
                      </a: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 dirty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Inclusief</a:t>
                      </a:r>
                      <a:endParaRPr sz="2000" b="0" i="0" dirty="0">
                        <a:solidFill>
                          <a:schemeClr val="tx1"/>
                        </a:solidFill>
                        <a:latin typeface="Nunito Sans" pitchFamily="2" charset="77"/>
                      </a:endParaRP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SLA</a:t>
                      </a:r>
                      <a:endParaRPr sz="2000" b="0" i="0">
                        <a:solidFill>
                          <a:schemeClr val="tx1"/>
                        </a:solidFill>
                        <a:latin typeface="Nunito Sans" pitchFamily="2" charset="77"/>
                      </a:endParaRP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25500" eaLnBrk="1" fontAlgn="auto" latinLnBrk="0" hangingPunct="1">
                        <a:lnSpc>
                          <a:spcPts val="3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ym typeface="Avenir Book"/>
                        </a:defRPr>
                      </a:pPr>
                      <a:r>
                        <a:rPr lang="nl-NL" sz="2000" b="0" i="0" dirty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Inclusief</a:t>
                      </a: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Updates</a:t>
                      </a:r>
                      <a:endParaRPr sz="2000" b="0" i="0">
                        <a:solidFill>
                          <a:schemeClr val="tx1"/>
                        </a:solidFill>
                        <a:latin typeface="Nunito Sans" pitchFamily="2" charset="77"/>
                      </a:endParaRP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25500" eaLnBrk="1" fontAlgn="auto" latinLnBrk="0" hangingPunct="1">
                        <a:lnSpc>
                          <a:spcPts val="3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ym typeface="Avenir Book"/>
                        </a:defRPr>
                      </a:pPr>
                      <a:r>
                        <a:rPr lang="nl-NL" sz="2000" b="0" i="0" dirty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Inclusief</a:t>
                      </a: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 err="1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Embrace</a:t>
                      </a:r>
                      <a:r>
                        <a:rPr lang="nl-NL" sz="2000" b="0" i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 App (iPhone en Android)</a:t>
                      </a:r>
                      <a:endParaRPr sz="2000" b="0" i="0">
                        <a:solidFill>
                          <a:schemeClr val="tx1"/>
                        </a:solidFill>
                        <a:latin typeface="Nunito Sans" pitchFamily="2" charset="77"/>
                      </a:endParaRP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825500" eaLnBrk="1" fontAlgn="auto" latinLnBrk="0" hangingPunct="1">
                        <a:lnSpc>
                          <a:spcPts val="3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>
                          <a:sym typeface="Avenir Book"/>
                        </a:defRPr>
                      </a:pPr>
                      <a:r>
                        <a:rPr lang="nl-NL" sz="2000" b="0" i="0" dirty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Inclusief</a:t>
                      </a: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8862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1" i="0">
                          <a:solidFill>
                            <a:schemeClr val="tx1"/>
                          </a:solidFill>
                          <a:latin typeface="Nunito Sans SemiBold" pitchFamily="2" charset="77"/>
                        </a:rPr>
                        <a:t>Totaal</a:t>
                      </a:r>
                      <a:endParaRPr sz="2000" b="1" i="0" dirty="0">
                        <a:solidFill>
                          <a:schemeClr val="tx1"/>
                        </a:solidFill>
                        <a:latin typeface="Nunito Sans SemiBold" pitchFamily="2" charset="77"/>
                      </a:endParaRP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 dirty="0">
                          <a:solidFill>
                            <a:schemeClr val="tx1"/>
                          </a:solidFill>
                          <a:latin typeface="Nunito Sans SemiBold" pitchFamily="2" charset="77"/>
                        </a:rPr>
                        <a:t>€ 37.500</a:t>
                      </a:r>
                      <a:endParaRPr sz="2000" b="1" i="0" dirty="0">
                        <a:solidFill>
                          <a:schemeClr val="tx1"/>
                        </a:solidFill>
                        <a:latin typeface="Nunito Sans SemiBold" pitchFamily="2" charset="77"/>
                      </a:endParaRP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031511"/>
                  </a:ext>
                </a:extLst>
              </a:tr>
            </a:tbl>
          </a:graphicData>
        </a:graphic>
      </p:graphicFrame>
      <p:graphicFrame>
        <p:nvGraphicFramePr>
          <p:cNvPr id="5" name="Tabel 2">
            <a:extLst>
              <a:ext uri="{FF2B5EF4-FFF2-40B4-BE49-F238E27FC236}">
                <a16:creationId xmlns:a16="http://schemas.microsoft.com/office/drawing/2014/main" id="{A55BE29D-1D42-DA42-96D1-B8051539C6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519753"/>
              </p:ext>
            </p:extLst>
          </p:nvPr>
        </p:nvGraphicFramePr>
        <p:xfrm>
          <a:off x="1026870" y="7944055"/>
          <a:ext cx="20866478" cy="324000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10433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2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ts val="44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nl-NL" sz="2000" b="1" i="0" dirty="0">
                          <a:solidFill>
                            <a:schemeClr val="tx1"/>
                          </a:solidFill>
                          <a:latin typeface="Nunito Sans SemiBold" pitchFamily="2" charset="77"/>
                          <a:ea typeface="+mn-ea"/>
                          <a:cs typeface="+mn-cs"/>
                          <a:sym typeface="Avenir Medium"/>
                        </a:rPr>
                        <a:t>Omschrijving</a:t>
                      </a:r>
                      <a:endParaRPr sz="2000" b="1" i="0" dirty="0">
                        <a:solidFill>
                          <a:schemeClr val="tx1"/>
                        </a:solidFill>
                        <a:latin typeface="Nunito Sans SemiBold" pitchFamily="2" charset="77"/>
                        <a:ea typeface="+mn-ea"/>
                        <a:cs typeface="+mn-cs"/>
                        <a:sym typeface="Avenir Medium"/>
                      </a:endParaRP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4400"/>
                        </a:lnSpc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nl-NL" sz="2000" b="1" i="0">
                          <a:solidFill>
                            <a:schemeClr val="tx1"/>
                          </a:solidFill>
                          <a:latin typeface="Nunito Sans SemiBold" pitchFamily="2" charset="77"/>
                          <a:ea typeface="+mn-ea"/>
                          <a:cs typeface="+mn-cs"/>
                          <a:sym typeface="Avenir Medium"/>
                        </a:rPr>
                        <a:t>Eenmalig bedrag</a:t>
                      </a:r>
                      <a:endParaRPr sz="2000" b="1" i="0">
                        <a:solidFill>
                          <a:schemeClr val="tx1"/>
                        </a:solidFill>
                        <a:latin typeface="Nunito Sans SemiBold" pitchFamily="2" charset="77"/>
                        <a:ea typeface="+mn-ea"/>
                        <a:cs typeface="+mn-cs"/>
                        <a:sym typeface="Avenir Medium"/>
                      </a:endParaRP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l" defTabSz="825500" eaLnBrk="1" fontAlgn="auto" latinLnBrk="0" hangingPunct="1">
                        <a:lnSpc>
                          <a:spcPts val="3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nl-NL" sz="2000" b="0" i="0">
                          <a:solidFill>
                            <a:schemeClr val="tx1"/>
                          </a:solidFill>
                          <a:latin typeface="Nunito Sans" pitchFamily="2" charset="77"/>
                          <a:sym typeface="Avenir Book"/>
                        </a:rPr>
                        <a:t>Inventarisatie en Ontwerp</a:t>
                      </a: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 dirty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€ 8.000</a:t>
                      </a:r>
                      <a:endParaRPr sz="2000" b="0" i="0" dirty="0">
                        <a:solidFill>
                          <a:schemeClr val="tx1"/>
                        </a:solidFill>
                        <a:latin typeface="Nunito Sans" pitchFamily="2" charset="77"/>
                      </a:endParaRP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l" defTabSz="825500" eaLnBrk="1" fontAlgn="auto" latinLnBrk="0" hangingPunct="1">
                        <a:lnSpc>
                          <a:spcPts val="3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nl-NL" sz="2000" b="0" i="0">
                          <a:solidFill>
                            <a:schemeClr val="tx1"/>
                          </a:solidFill>
                          <a:latin typeface="Nunito Sans" pitchFamily="2" charset="77"/>
                          <a:sym typeface="Avenir Book"/>
                        </a:rPr>
                        <a:t>Training en Inrichting</a:t>
                      </a: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 dirty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€ 7.000</a:t>
                      </a: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Consultancy ondersteuning </a:t>
                      </a:r>
                      <a:endParaRPr sz="2000" b="0" i="0">
                        <a:solidFill>
                          <a:schemeClr val="tx1"/>
                        </a:solidFill>
                        <a:latin typeface="Nunito Sans" pitchFamily="2" charset="77"/>
                      </a:endParaRP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 dirty="0">
                          <a:solidFill>
                            <a:schemeClr val="tx1"/>
                          </a:solidFill>
                          <a:latin typeface="Nunito Sans" pitchFamily="2" charset="77"/>
                        </a:rPr>
                        <a:t>€ 8.000</a:t>
                      </a: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1" i="0">
                          <a:solidFill>
                            <a:schemeClr val="tx1"/>
                          </a:solidFill>
                          <a:latin typeface="Nunito Sans SemiBold" pitchFamily="2" charset="77"/>
                        </a:rPr>
                        <a:t>Totaal</a:t>
                      </a:r>
                      <a:endParaRPr sz="2000" b="1" i="0" dirty="0">
                        <a:solidFill>
                          <a:schemeClr val="tx1"/>
                        </a:solidFill>
                        <a:latin typeface="Nunito Sans SemiBold" pitchFamily="2" charset="77"/>
                      </a:endParaRPr>
                    </a:p>
                  </a:txBody>
                  <a:tcPr marL="180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200"/>
                        </a:lnSpc>
                        <a:defRPr>
                          <a:sym typeface="Avenir Book"/>
                        </a:defRPr>
                      </a:pPr>
                      <a:r>
                        <a:rPr lang="nl-NL" sz="2000" b="0" i="0" dirty="0">
                          <a:solidFill>
                            <a:schemeClr val="tx1"/>
                          </a:solidFill>
                          <a:latin typeface="Nunito Sans SemiBold" pitchFamily="2" charset="77"/>
                        </a:rPr>
                        <a:t>€ 25.000</a:t>
                      </a:r>
                      <a:endParaRPr sz="2000" b="1" i="0" dirty="0">
                        <a:solidFill>
                          <a:schemeClr val="tx1"/>
                        </a:solidFill>
                        <a:latin typeface="Nunito Sans SemiBold" pitchFamily="2" charset="77"/>
                      </a:endParaRPr>
                    </a:p>
                  </a:txBody>
                  <a:tcPr marL="0" marR="18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031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06547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ijdelijke aanduiding voor afbeelding 8">
            <a:extLst>
              <a:ext uri="{FF2B5EF4-FFF2-40B4-BE49-F238E27FC236}">
                <a16:creationId xmlns:a16="http://schemas.microsoft.com/office/drawing/2014/main" id="{1E8AA366-40CA-F04B-AA54-7D3377A2BA04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6" r="14566"/>
          <a:stretch/>
        </p:blipFill>
        <p:spPr/>
      </p:pic>
      <p:sp>
        <p:nvSpPr>
          <p:cNvPr id="346" name="Titel slide met foto"/>
          <p:cNvSpPr txBox="1"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err="1"/>
              <a:t>Titel</a:t>
            </a:r>
            <a:r>
              <a:t> slide met </a:t>
            </a:r>
            <a:r>
              <a:rPr err="1"/>
              <a:t>foto</a:t>
            </a:r>
            <a:endParaRPr/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A26141B-EF96-D846-81F5-595667AA05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ectionheader with giant title for big statements, quotes or elements that need more attentio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err="1">
                <a:solidFill>
                  <a:schemeClr val="tx1"/>
                </a:solidFill>
              </a:rPr>
              <a:t>Sectionheader</a:t>
            </a:r>
            <a:r>
              <a:rPr>
                <a:solidFill>
                  <a:schemeClr val="tx1"/>
                </a:solidFill>
              </a:rPr>
              <a:t> with giant title for big statements, quotes or elements that need more attention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BD74E8B-8625-2E4A-B4F4-BD3B690AB6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994EE98-4849-4D50-AA61-A8C2BEF5D6AA}"/>
                  </a:ext>
                </a:extLst>
              </p14:cNvPr>
              <p14:cNvContentPartPr/>
              <p14:nvPr/>
            </p14:nvContentPartPr>
            <p14:xfrm>
              <a:off x="4878655" y="4278752"/>
              <a:ext cx="19050" cy="1905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994EE98-4849-4D50-AA61-A8C2BEF5D6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26155" y="3326252"/>
                <a:ext cx="1905000" cy="19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6FDDD16-9BD5-47FF-8E8D-8484525255E9}"/>
                  </a:ext>
                </a:extLst>
              </p14:cNvPr>
              <p14:cNvContentPartPr/>
              <p14:nvPr/>
            </p14:nvContentPartPr>
            <p14:xfrm>
              <a:off x="4578742" y="3039113"/>
              <a:ext cx="19050" cy="1905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6FDDD16-9BD5-47FF-8E8D-8484525255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6242" y="2086613"/>
                <a:ext cx="1905000" cy="190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Afbeelding 16">
            <a:extLst>
              <a:ext uri="{FF2B5EF4-FFF2-40B4-BE49-F238E27FC236}">
                <a16:creationId xmlns:a16="http://schemas.microsoft.com/office/drawing/2014/main" id="{544CB9A2-C205-EC4A-8F8F-D95C74FF69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4996" y="4447151"/>
            <a:ext cx="9312834" cy="4390685"/>
          </a:xfrm>
          <a:prstGeom prst="rect">
            <a:avLst/>
          </a:prstGeom>
        </p:spPr>
      </p:pic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8C22D05-4ECD-AC4B-97E0-F8616B3027B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DDC8307-043B-0E4D-A0F8-3C0B0F5A6E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ekstvak 4">
            <a:hlinkClick r:id="rId3"/>
            <a:extLst>
              <a:ext uri="{FF2B5EF4-FFF2-40B4-BE49-F238E27FC236}">
                <a16:creationId xmlns:a16="http://schemas.microsoft.com/office/drawing/2014/main" id="{03307EB1-E432-5C41-8F79-3309F3FE158C}"/>
              </a:ext>
            </a:extLst>
          </p:cNvPr>
          <p:cNvSpPr txBox="1"/>
          <p:nvPr/>
        </p:nvSpPr>
        <p:spPr>
          <a:xfrm>
            <a:off x="8866910" y="6038317"/>
            <a:ext cx="5624946" cy="5129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l-NL" sz="360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unito Sans SemiBold" pitchFamily="2" charset="77"/>
                <a:sym typeface="Avenir Book"/>
              </a:rPr>
              <a:t>Ga naar Demo</a:t>
            </a:r>
          </a:p>
        </p:txBody>
      </p:sp>
    </p:spTree>
    <p:extLst>
      <p:ext uri="{BB962C8B-B14F-4D97-AF65-F5344CB8AC3E}">
        <p14:creationId xmlns:p14="http://schemas.microsoft.com/office/powerpoint/2010/main" val="369886331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5D6D343-8353-E74A-82EA-5003C415BC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2" name="Onlinemedia 1" descr="CP Final 2020">
            <a:hlinkClick r:id="" action="ppaction://media"/>
            <a:extLst>
              <a:ext uri="{FF2B5EF4-FFF2-40B4-BE49-F238E27FC236}">
                <a16:creationId xmlns:a16="http://schemas.microsoft.com/office/drawing/2014/main" id="{CF658A6B-AB97-034E-A4BB-6EEB6DABDC3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 rotWithShape="1">
          <a:blip r:embed="rId3"/>
          <a:srcRect/>
          <a:stretch/>
        </p:blipFill>
        <p:spPr>
          <a:xfrm>
            <a:off x="5046400" y="2616928"/>
            <a:ext cx="14291200" cy="8038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6AD4C8-2811-4710-B061-531095A844A7}"/>
                  </a:ext>
                </a:extLst>
              </p14:cNvPr>
              <p14:cNvContentPartPr/>
              <p14:nvPr/>
            </p14:nvContentPartPr>
            <p14:xfrm>
              <a:off x="6286615" y="9191491"/>
              <a:ext cx="19049" cy="19049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6AD4C8-2811-4710-B061-531095A844A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34165" y="8239041"/>
                <a:ext cx="1904900" cy="19049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7591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15FBD4B4-C6B3-8F4F-B338-BEC5C1E934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nl-NL" sz="4800">
              <a:latin typeface="Nunito Sans SemiBold" pitchFamily="2" charset="77"/>
            </a:endParaRP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86ED38B8-C6C4-4C4A-A923-DEBBD0D6649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4" name="Tijdelijke aanduiding voor afbeelding 13">
            <a:extLst>
              <a:ext uri="{FF2B5EF4-FFF2-40B4-BE49-F238E27FC236}">
                <a16:creationId xmlns:a16="http://schemas.microsoft.com/office/drawing/2014/main" id="{FD7A8967-2420-2B44-BE6E-5C93A35F37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244427" y="2411555"/>
            <a:ext cx="14151444" cy="8905096"/>
          </a:xfrm>
        </p:spPr>
      </p:sp>
      <p:pic>
        <p:nvPicPr>
          <p:cNvPr id="8" name="Tijdelijke aanduiding voor afbeelding 5">
            <a:extLst>
              <a:ext uri="{FF2B5EF4-FFF2-40B4-BE49-F238E27FC236}">
                <a16:creationId xmlns:a16="http://schemas.microsoft.com/office/drawing/2014/main" id="{5639E443-3E40-7340-811F-2A4B057F86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7" b="46611"/>
          <a:stretch/>
        </p:blipFill>
        <p:spPr>
          <a:xfrm>
            <a:off x="9244427" y="2411555"/>
            <a:ext cx="14151444" cy="8905096"/>
          </a:xfrm>
          <a:prstGeom prst="rect">
            <a:avLst/>
          </a:prstGeom>
          <a:ln w="12700">
            <a:miter lim="400000"/>
          </a:ln>
          <a:effectLst>
            <a:outerShdw blurRad="482600" dist="165100" dir="9120000" algn="ctr" rotWithShape="0">
              <a:srgbClr val="000000">
                <a:alpha val="17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  <p:pic>
        <p:nvPicPr>
          <p:cNvPr id="7" name="Tijdelijke aanduiding voor afbeelding 5">
            <a:extLst>
              <a:ext uri="{FF2B5EF4-FFF2-40B4-BE49-F238E27FC236}">
                <a16:creationId xmlns:a16="http://schemas.microsoft.com/office/drawing/2014/main" id="{10CBE5A6-8EAE-484F-8DE5-18F41334FB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7" b="46611"/>
          <a:stretch/>
        </p:blipFill>
        <p:spPr>
          <a:xfrm>
            <a:off x="9244427" y="2399349"/>
            <a:ext cx="14151444" cy="8905096"/>
          </a:xfrm>
          <a:prstGeom prst="rect">
            <a:avLst/>
          </a:prstGeom>
          <a:ln w="12700">
            <a:miter lim="400000"/>
          </a:ln>
          <a:effectLst>
            <a:outerShdw blurRad="482600" dist="165100" dir="9120000" algn="ctr" rotWithShape="0">
              <a:srgbClr val="000000">
                <a:alpha val="17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</p:pic>
    </p:spTree>
    <p:extLst>
      <p:ext uri="{BB962C8B-B14F-4D97-AF65-F5344CB8AC3E}">
        <p14:creationId xmlns:p14="http://schemas.microsoft.com/office/powerpoint/2010/main" val="153170968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96F038-1E05-CB40-B081-4755F7112A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/>
              <a:t>Ontwikkeling intranet</a:t>
            </a:r>
          </a:p>
          <a:p>
            <a:endParaRPr lang="nl-NL"/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E3671ADE-220B-3D49-A3BD-1A3BD02D81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9" name="Tijdelijke aanduiding voor afbeelding 6">
            <a:extLst>
              <a:ext uri="{FF2B5EF4-FFF2-40B4-BE49-F238E27FC236}">
                <a16:creationId xmlns:a16="http://schemas.microsoft.com/office/drawing/2014/main" id="{7BEDA3F0-DA7B-7744-883B-F80766AAB7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" r="1289"/>
          <a:stretch/>
        </p:blipFill>
        <p:spPr>
          <a:xfrm>
            <a:off x="8754574" y="2582666"/>
            <a:ext cx="12747682" cy="901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316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96F038-1E05-CB40-B081-4755F7112A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/>
              <a:t>Loops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3AC4A1-3622-754E-A6CF-7A5FAE4457F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9F1E629-358B-0745-8F14-D760C35F9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1266" y="2133600"/>
            <a:ext cx="17881467" cy="101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7628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96F038-1E05-CB40-B081-4755F7112A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/>
              <a:t>Loops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A7FDB25-3397-5942-A1CB-6D955E59351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9F4117F-DF2E-1A48-AF37-072740F13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1266" y="2133600"/>
            <a:ext cx="17881467" cy="1017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5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96F038-1E05-CB40-B081-4755F7112A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err="1"/>
              <a:t>Embrace</a:t>
            </a:r>
            <a:r>
              <a:rPr lang="nl-NL"/>
              <a:t> in één oogopslag</a:t>
            </a:r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075064B5-6175-B840-92BA-6321DF6542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E7A3627-DBF8-0A4C-A02F-E511AC6F5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5422" y="1542553"/>
            <a:ext cx="17432521" cy="823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1295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96F038-1E05-CB40-B081-4755F7112A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/>
              <a:t>Digitaal</a:t>
            </a:r>
          </a:p>
          <a:p>
            <a:r>
              <a:rPr lang="nl-NL"/>
              <a:t>werkplekportaal</a:t>
            </a:r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1A0E2F73-290B-5340-BBB3-DAD98EFE83D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732CAA8-070B-7A41-AC12-EB7409AEEB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2687" y="1587731"/>
            <a:ext cx="16117572" cy="780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673941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496F038-1E05-CB40-B081-4755F7112A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/>
              <a:t>Overzicht implementatie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31760E6-46E7-6D41-BC3A-65FEDBC0269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DD081F3-F3B9-3740-A717-4721E2877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2375" y="1002302"/>
            <a:ext cx="18847350" cy="778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0276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roup"/>
          <p:cNvGrpSpPr/>
          <p:nvPr/>
        </p:nvGrpSpPr>
        <p:grpSpPr>
          <a:xfrm>
            <a:off x="1005537" y="1519617"/>
            <a:ext cx="7248176" cy="2078833"/>
            <a:chOff x="-67" y="-1"/>
            <a:chExt cx="7248176" cy="2078833"/>
          </a:xfrm>
        </p:grpSpPr>
        <p:sp>
          <p:nvSpPr>
            <p:cNvPr id="356" name="Esmée Burger…"/>
            <p:cNvSpPr/>
            <p:nvPr/>
          </p:nvSpPr>
          <p:spPr>
            <a:xfrm>
              <a:off x="2580596" y="81315"/>
              <a:ext cx="3599372" cy="1001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>
                  <a:solidFill>
                    <a:srgbClr val="FFFFFF"/>
                  </a:solidFill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rPr b="1" err="1">
                  <a:latin typeface="Nunito Sans SemiBold" pitchFamily="2" charset="77"/>
                </a:rPr>
                <a:t>Esmée</a:t>
              </a:r>
              <a:r>
                <a:rPr b="1">
                  <a:latin typeface="Nunito Sans SemiBold" pitchFamily="2" charset="77"/>
                </a:rPr>
                <a:t> Burger</a:t>
              </a:r>
            </a:p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>
                  <a:solidFill>
                    <a:srgbClr val="FFFFFF"/>
                  </a:solidFill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rPr b="1" err="1">
                  <a:latin typeface="Nunito Sans SemiBold" pitchFamily="2" charset="77"/>
                </a:rPr>
                <a:t>Adviseur</a:t>
              </a:r>
              <a:r>
                <a:rPr b="1">
                  <a:latin typeface="Nunito Sans SemiBold" pitchFamily="2" charset="77"/>
                </a:rPr>
                <a:t> </a:t>
              </a:r>
              <a:r>
                <a:rPr b="1" err="1">
                  <a:latin typeface="Nunito Sans SemiBold" pitchFamily="2" charset="77"/>
                </a:rPr>
                <a:t>zorg</a:t>
              </a:r>
              <a:r>
                <a:rPr b="1">
                  <a:latin typeface="Nunito Sans SemiBold" pitchFamily="2" charset="77"/>
                </a:rPr>
                <a:t> &amp; </a:t>
              </a:r>
              <a:r>
                <a:rPr b="1" err="1">
                  <a:latin typeface="Nunito Sans SemiBold" pitchFamily="2" charset="77"/>
                </a:rPr>
                <a:t>welzijn</a:t>
              </a:r>
              <a:endParaRPr b="1">
                <a:latin typeface="Nunito Sans SemiBold" pitchFamily="2" charset="77"/>
              </a:endParaRPr>
            </a:p>
          </p:txBody>
        </p:sp>
        <p:sp>
          <p:nvSpPr>
            <p:cNvPr id="357" name="06 511 244 04…"/>
            <p:cNvSpPr/>
            <p:nvPr/>
          </p:nvSpPr>
          <p:spPr>
            <a:xfrm>
              <a:off x="2544330" y="1021810"/>
              <a:ext cx="4703779" cy="1001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pc="-80">
                  <a:solidFill>
                    <a:srgbClr val="FFFFFF"/>
                  </a:solidFill>
                </a:defRPr>
              </a:pPr>
              <a:r>
                <a:rPr dirty="0">
                  <a:solidFill>
                    <a:schemeClr val="bg1"/>
                  </a:solidFill>
                  <a:latin typeface="Nunito Sans" pitchFamily="2" charset="77"/>
                </a:rPr>
                <a:t>06 511 244 04</a:t>
              </a:r>
            </a:p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pc="-80">
                  <a:solidFill>
                    <a:srgbClr val="FFFFFF"/>
                  </a:solidFill>
                </a:defRPr>
              </a:pPr>
              <a:r>
                <a:rPr u="sng" dirty="0">
                  <a:solidFill>
                    <a:schemeClr val="bg1"/>
                  </a:solidFill>
                  <a:latin typeface="Nunito Sans" pitchFamily="2" charset="77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esmeeburgers@embracecloud.nl</a:t>
              </a:r>
            </a:p>
          </p:txBody>
        </p:sp>
        <p:pic>
          <p:nvPicPr>
            <p:cNvPr id="358" name="Image" descr="Image"/>
            <p:cNvPicPr>
              <a:picLocks noChangeAspect="1"/>
            </p:cNvPicPr>
            <p:nvPr/>
          </p:nvPicPr>
          <p:blipFill>
            <a:blip r:embed="rId3"/>
            <a:srcRect l="3015" t="5191" r="2049" b="5"/>
            <a:stretch>
              <a:fillRect/>
            </a:stretch>
          </p:blipFill>
          <p:spPr>
            <a:xfrm>
              <a:off x="-67" y="-1"/>
              <a:ext cx="2081743" cy="20788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1600" extrusionOk="0">
                  <a:moveTo>
                    <a:pt x="9841" y="0"/>
                  </a:moveTo>
                  <a:cubicBezTo>
                    <a:pt x="7323" y="0"/>
                    <a:pt x="4803" y="1055"/>
                    <a:pt x="2882" y="3167"/>
                  </a:cubicBezTo>
                  <a:cubicBezTo>
                    <a:pt x="-961" y="7391"/>
                    <a:pt x="-961" y="14238"/>
                    <a:pt x="2882" y="18462"/>
                  </a:cubicBezTo>
                  <a:cubicBezTo>
                    <a:pt x="4663" y="20420"/>
                    <a:pt x="6958" y="21457"/>
                    <a:pt x="9289" y="21600"/>
                  </a:cubicBezTo>
                  <a:lnTo>
                    <a:pt x="10389" y="21600"/>
                  </a:lnTo>
                  <a:cubicBezTo>
                    <a:pt x="12721" y="21458"/>
                    <a:pt x="15015" y="20420"/>
                    <a:pt x="16796" y="18462"/>
                  </a:cubicBezTo>
                  <a:cubicBezTo>
                    <a:pt x="20639" y="14238"/>
                    <a:pt x="20639" y="7391"/>
                    <a:pt x="16796" y="3167"/>
                  </a:cubicBezTo>
                  <a:cubicBezTo>
                    <a:pt x="14875" y="1055"/>
                    <a:pt x="12359" y="0"/>
                    <a:pt x="9841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grpSp>
        <p:nvGrpSpPr>
          <p:cNvPr id="363" name="Group"/>
          <p:cNvGrpSpPr/>
          <p:nvPr/>
        </p:nvGrpSpPr>
        <p:grpSpPr>
          <a:xfrm>
            <a:off x="10174937" y="1519618"/>
            <a:ext cx="7248176" cy="2078832"/>
            <a:chOff x="-67" y="0"/>
            <a:chExt cx="7248176" cy="2078832"/>
          </a:xfrm>
        </p:grpSpPr>
        <p:sp>
          <p:nvSpPr>
            <p:cNvPr id="360" name="Esmée Burger…"/>
            <p:cNvSpPr/>
            <p:nvPr/>
          </p:nvSpPr>
          <p:spPr>
            <a:xfrm>
              <a:off x="2580596" y="81315"/>
              <a:ext cx="3599372" cy="1001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>
                  <a:solidFill>
                    <a:srgbClr val="FFFFFF"/>
                  </a:solidFill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rPr b="1" err="1">
                  <a:solidFill>
                    <a:schemeClr val="bg1"/>
                  </a:solidFill>
                  <a:latin typeface="Nunito Sans SemiBold" pitchFamily="2" charset="77"/>
                </a:rPr>
                <a:t>Esmée</a:t>
              </a:r>
              <a:r>
                <a:rPr b="1">
                  <a:solidFill>
                    <a:schemeClr val="bg1"/>
                  </a:solidFill>
                  <a:latin typeface="Nunito Sans SemiBold" pitchFamily="2" charset="77"/>
                </a:rPr>
                <a:t> Burger</a:t>
              </a:r>
            </a:p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>
                  <a:solidFill>
                    <a:srgbClr val="FFFFFF"/>
                  </a:solidFill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rPr b="1" err="1">
                  <a:solidFill>
                    <a:schemeClr val="bg1"/>
                  </a:solidFill>
                  <a:latin typeface="Nunito Sans SemiBold" pitchFamily="2" charset="77"/>
                </a:rPr>
                <a:t>Adviseur</a:t>
              </a:r>
              <a:r>
                <a:rPr b="1">
                  <a:solidFill>
                    <a:schemeClr val="bg1"/>
                  </a:solidFill>
                  <a:latin typeface="Nunito Sans SemiBold" pitchFamily="2" charset="77"/>
                </a:rPr>
                <a:t> </a:t>
              </a:r>
              <a:r>
                <a:rPr b="1" err="1">
                  <a:solidFill>
                    <a:schemeClr val="bg1"/>
                  </a:solidFill>
                  <a:latin typeface="Nunito Sans SemiBold" pitchFamily="2" charset="77"/>
                </a:rPr>
                <a:t>zorg</a:t>
              </a:r>
              <a:r>
                <a:rPr b="1">
                  <a:solidFill>
                    <a:schemeClr val="bg1"/>
                  </a:solidFill>
                  <a:latin typeface="Nunito Sans SemiBold" pitchFamily="2" charset="77"/>
                </a:rPr>
                <a:t> &amp; </a:t>
              </a:r>
              <a:r>
                <a:rPr b="1" err="1">
                  <a:solidFill>
                    <a:schemeClr val="bg1"/>
                  </a:solidFill>
                  <a:latin typeface="Nunito Sans SemiBold" pitchFamily="2" charset="77"/>
                </a:rPr>
                <a:t>welzijn</a:t>
              </a:r>
              <a:endParaRPr b="1">
                <a:solidFill>
                  <a:schemeClr val="bg1"/>
                </a:solidFill>
                <a:latin typeface="Nunito Sans SemiBold" pitchFamily="2" charset="77"/>
              </a:endParaRPr>
            </a:p>
          </p:txBody>
        </p:sp>
        <p:sp>
          <p:nvSpPr>
            <p:cNvPr id="361" name="06 511 244 04…"/>
            <p:cNvSpPr/>
            <p:nvPr/>
          </p:nvSpPr>
          <p:spPr>
            <a:xfrm>
              <a:off x="2544330" y="1021810"/>
              <a:ext cx="4703779" cy="10011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pc="-80">
                  <a:solidFill>
                    <a:srgbClr val="FFFFFF"/>
                  </a:solidFill>
                </a:defRPr>
              </a:pPr>
              <a:r>
                <a:rPr dirty="0">
                  <a:solidFill>
                    <a:schemeClr val="bg1"/>
                  </a:solidFill>
                  <a:latin typeface="Nunito Sans" pitchFamily="2" charset="77"/>
                </a:rPr>
                <a:t>06 511 244 04</a:t>
              </a:r>
            </a:p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pc="-80">
                  <a:solidFill>
                    <a:srgbClr val="FFFFFF"/>
                  </a:solidFill>
                </a:defRPr>
              </a:pPr>
              <a:r>
                <a:rPr u="sng" dirty="0">
                  <a:solidFill>
                    <a:schemeClr val="bg1"/>
                  </a:solidFill>
                  <a:latin typeface="Nunito Sans" pitchFamily="2" charset="77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esmeeburgers@embracecloud.nl</a:t>
              </a:r>
            </a:p>
          </p:txBody>
        </p:sp>
        <p:pic>
          <p:nvPicPr>
            <p:cNvPr id="362" name="Image" descr="Image"/>
            <p:cNvPicPr>
              <a:picLocks noChangeAspect="1"/>
            </p:cNvPicPr>
            <p:nvPr/>
          </p:nvPicPr>
          <p:blipFill>
            <a:blip r:embed="rId3"/>
            <a:srcRect l="3015" t="5191" r="2049" b="5"/>
            <a:stretch>
              <a:fillRect/>
            </a:stretch>
          </p:blipFill>
          <p:spPr>
            <a:xfrm>
              <a:off x="-67" y="0"/>
              <a:ext cx="2081743" cy="2078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1600" extrusionOk="0">
                  <a:moveTo>
                    <a:pt x="9841" y="0"/>
                  </a:moveTo>
                  <a:cubicBezTo>
                    <a:pt x="7323" y="0"/>
                    <a:pt x="4803" y="1055"/>
                    <a:pt x="2882" y="3167"/>
                  </a:cubicBezTo>
                  <a:cubicBezTo>
                    <a:pt x="-961" y="7391"/>
                    <a:pt x="-961" y="14238"/>
                    <a:pt x="2882" y="18462"/>
                  </a:cubicBezTo>
                  <a:cubicBezTo>
                    <a:pt x="4663" y="20420"/>
                    <a:pt x="6958" y="21457"/>
                    <a:pt x="9289" y="21600"/>
                  </a:cubicBezTo>
                  <a:lnTo>
                    <a:pt x="10389" y="21600"/>
                  </a:lnTo>
                  <a:cubicBezTo>
                    <a:pt x="12721" y="21458"/>
                    <a:pt x="15015" y="20420"/>
                    <a:pt x="16796" y="18462"/>
                  </a:cubicBezTo>
                  <a:cubicBezTo>
                    <a:pt x="20639" y="14238"/>
                    <a:pt x="20639" y="7391"/>
                    <a:pt x="16796" y="3167"/>
                  </a:cubicBezTo>
                  <a:cubicBezTo>
                    <a:pt x="14875" y="1055"/>
                    <a:pt x="12359" y="0"/>
                    <a:pt x="9841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grpSp>
        <p:nvGrpSpPr>
          <p:cNvPr id="367" name="Group"/>
          <p:cNvGrpSpPr/>
          <p:nvPr/>
        </p:nvGrpSpPr>
        <p:grpSpPr>
          <a:xfrm>
            <a:off x="1001605" y="4580318"/>
            <a:ext cx="7248176" cy="2078832"/>
            <a:chOff x="-67" y="0"/>
            <a:chExt cx="7248176" cy="2078832"/>
          </a:xfrm>
        </p:grpSpPr>
        <p:sp>
          <p:nvSpPr>
            <p:cNvPr id="364" name="Esmée Burger…"/>
            <p:cNvSpPr/>
            <p:nvPr/>
          </p:nvSpPr>
          <p:spPr>
            <a:xfrm>
              <a:off x="2580596" y="80449"/>
              <a:ext cx="3599372" cy="1002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>
                  <a:solidFill>
                    <a:srgbClr val="FFFFFF"/>
                  </a:solidFill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rPr b="1" err="1">
                  <a:latin typeface="Nunito Sans SemiBold" pitchFamily="2" charset="77"/>
                </a:rPr>
                <a:t>Esmée</a:t>
              </a:r>
              <a:r>
                <a:rPr b="1">
                  <a:latin typeface="Nunito Sans SemiBold" pitchFamily="2" charset="77"/>
                </a:rPr>
                <a:t> Burger</a:t>
              </a:r>
            </a:p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>
                  <a:solidFill>
                    <a:srgbClr val="FFFFFF"/>
                  </a:solidFill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rPr b="1" err="1">
                  <a:latin typeface="Nunito Sans SemiBold" pitchFamily="2" charset="77"/>
                </a:rPr>
                <a:t>Adviseur</a:t>
              </a:r>
              <a:r>
                <a:rPr b="1">
                  <a:latin typeface="Nunito Sans SemiBold" pitchFamily="2" charset="77"/>
                </a:rPr>
                <a:t> </a:t>
              </a:r>
              <a:r>
                <a:rPr b="1" err="1">
                  <a:latin typeface="Nunito Sans SemiBold" pitchFamily="2" charset="77"/>
                </a:rPr>
                <a:t>zorg</a:t>
              </a:r>
              <a:r>
                <a:rPr b="1">
                  <a:latin typeface="Nunito Sans SemiBold" pitchFamily="2" charset="77"/>
                </a:rPr>
                <a:t> &amp; </a:t>
              </a:r>
              <a:r>
                <a:rPr b="1" err="1">
                  <a:latin typeface="Nunito Sans SemiBold" pitchFamily="2" charset="77"/>
                </a:rPr>
                <a:t>welzijn</a:t>
              </a:r>
              <a:endParaRPr b="1">
                <a:latin typeface="Nunito Sans SemiBold" pitchFamily="2" charset="77"/>
              </a:endParaRPr>
            </a:p>
          </p:txBody>
        </p:sp>
        <p:sp>
          <p:nvSpPr>
            <p:cNvPr id="365" name="06 511 244 04…"/>
            <p:cNvSpPr/>
            <p:nvPr/>
          </p:nvSpPr>
          <p:spPr>
            <a:xfrm>
              <a:off x="2544330" y="1021809"/>
              <a:ext cx="4703779" cy="1001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pc="-80">
                  <a:solidFill>
                    <a:srgbClr val="FFFFFF"/>
                  </a:solidFill>
                </a:defRPr>
              </a:pPr>
              <a:r>
                <a:rPr dirty="0">
                  <a:solidFill>
                    <a:schemeClr val="bg1"/>
                  </a:solidFill>
                  <a:latin typeface="Nunito Sans" pitchFamily="2" charset="77"/>
                </a:rPr>
                <a:t>06 511 244 04</a:t>
              </a:r>
            </a:p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pc="-80">
                  <a:solidFill>
                    <a:srgbClr val="FFFFFF"/>
                  </a:solidFill>
                </a:defRPr>
              </a:pPr>
              <a:r>
                <a:rPr u="sng" dirty="0">
                  <a:solidFill>
                    <a:schemeClr val="bg1"/>
                  </a:solidFill>
                  <a:latin typeface="Nunito Sans" pitchFamily="2" charset="77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esmeeburgers@embracecloud.nl</a:t>
              </a:r>
            </a:p>
          </p:txBody>
        </p:sp>
        <p:pic>
          <p:nvPicPr>
            <p:cNvPr id="366" name="Image" descr="Image"/>
            <p:cNvPicPr>
              <a:picLocks noChangeAspect="1"/>
            </p:cNvPicPr>
            <p:nvPr/>
          </p:nvPicPr>
          <p:blipFill>
            <a:blip r:embed="rId3"/>
            <a:srcRect l="3015" t="5191" r="2049" b="5"/>
            <a:stretch>
              <a:fillRect/>
            </a:stretch>
          </p:blipFill>
          <p:spPr>
            <a:xfrm>
              <a:off x="-67" y="0"/>
              <a:ext cx="2081743" cy="2078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1600" extrusionOk="0">
                  <a:moveTo>
                    <a:pt x="9841" y="0"/>
                  </a:moveTo>
                  <a:cubicBezTo>
                    <a:pt x="7323" y="0"/>
                    <a:pt x="4803" y="1055"/>
                    <a:pt x="2882" y="3167"/>
                  </a:cubicBezTo>
                  <a:cubicBezTo>
                    <a:pt x="-961" y="7391"/>
                    <a:pt x="-961" y="14238"/>
                    <a:pt x="2882" y="18462"/>
                  </a:cubicBezTo>
                  <a:cubicBezTo>
                    <a:pt x="4663" y="20420"/>
                    <a:pt x="6958" y="21457"/>
                    <a:pt x="9289" y="21600"/>
                  </a:cubicBezTo>
                  <a:lnTo>
                    <a:pt x="10389" y="21600"/>
                  </a:lnTo>
                  <a:cubicBezTo>
                    <a:pt x="12721" y="21458"/>
                    <a:pt x="15015" y="20420"/>
                    <a:pt x="16796" y="18462"/>
                  </a:cubicBezTo>
                  <a:cubicBezTo>
                    <a:pt x="20639" y="14238"/>
                    <a:pt x="20639" y="7391"/>
                    <a:pt x="16796" y="3167"/>
                  </a:cubicBezTo>
                  <a:cubicBezTo>
                    <a:pt x="14875" y="1055"/>
                    <a:pt x="12359" y="0"/>
                    <a:pt x="9841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grpSp>
        <p:nvGrpSpPr>
          <p:cNvPr id="371" name="Group"/>
          <p:cNvGrpSpPr/>
          <p:nvPr/>
        </p:nvGrpSpPr>
        <p:grpSpPr>
          <a:xfrm>
            <a:off x="10171005" y="4580318"/>
            <a:ext cx="7248176" cy="2078832"/>
            <a:chOff x="-67" y="0"/>
            <a:chExt cx="7248176" cy="2078832"/>
          </a:xfrm>
        </p:grpSpPr>
        <p:sp>
          <p:nvSpPr>
            <p:cNvPr id="368" name="Esmée Burger…"/>
            <p:cNvSpPr/>
            <p:nvPr/>
          </p:nvSpPr>
          <p:spPr>
            <a:xfrm>
              <a:off x="2580596" y="80449"/>
              <a:ext cx="3599372" cy="1002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>
                  <a:solidFill>
                    <a:srgbClr val="FFFFFF"/>
                  </a:solidFill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rPr b="1" err="1">
                  <a:latin typeface="Nunito Sans SemiBold" pitchFamily="2" charset="77"/>
                </a:rPr>
                <a:t>Esmée</a:t>
              </a:r>
              <a:r>
                <a:rPr b="1">
                  <a:latin typeface="Nunito Sans SemiBold" pitchFamily="2" charset="77"/>
                </a:rPr>
                <a:t> Burger</a:t>
              </a:r>
            </a:p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>
                  <a:solidFill>
                    <a:srgbClr val="FFFFFF"/>
                  </a:solidFill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rPr b="1" err="1">
                  <a:latin typeface="Nunito Sans SemiBold" pitchFamily="2" charset="77"/>
                </a:rPr>
                <a:t>Adviseur</a:t>
              </a:r>
              <a:r>
                <a:rPr b="1">
                  <a:latin typeface="Nunito Sans SemiBold" pitchFamily="2" charset="77"/>
                </a:rPr>
                <a:t> </a:t>
              </a:r>
              <a:r>
                <a:rPr b="1" err="1">
                  <a:latin typeface="Nunito Sans SemiBold" pitchFamily="2" charset="77"/>
                </a:rPr>
                <a:t>zorg</a:t>
              </a:r>
              <a:r>
                <a:rPr b="1">
                  <a:latin typeface="Nunito Sans SemiBold" pitchFamily="2" charset="77"/>
                </a:rPr>
                <a:t> &amp; </a:t>
              </a:r>
              <a:r>
                <a:rPr b="1" err="1">
                  <a:latin typeface="Nunito Sans SemiBold" pitchFamily="2" charset="77"/>
                </a:rPr>
                <a:t>welzijn</a:t>
              </a:r>
              <a:endParaRPr b="1">
                <a:latin typeface="Nunito Sans SemiBold" pitchFamily="2" charset="77"/>
              </a:endParaRPr>
            </a:p>
          </p:txBody>
        </p:sp>
        <p:sp>
          <p:nvSpPr>
            <p:cNvPr id="369" name="06 511 244 04…"/>
            <p:cNvSpPr/>
            <p:nvPr/>
          </p:nvSpPr>
          <p:spPr>
            <a:xfrm>
              <a:off x="2544330" y="1021809"/>
              <a:ext cx="4703779" cy="1001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pc="-80">
                  <a:solidFill>
                    <a:srgbClr val="FFFFFF"/>
                  </a:solidFill>
                </a:defRPr>
              </a:pPr>
              <a:r>
                <a:rPr dirty="0">
                  <a:solidFill>
                    <a:schemeClr val="bg1"/>
                  </a:solidFill>
                  <a:latin typeface="Nunito Sans" pitchFamily="2" charset="77"/>
                </a:rPr>
                <a:t>06 511 244 04</a:t>
              </a:r>
            </a:p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pc="-80">
                  <a:solidFill>
                    <a:srgbClr val="FFFFFF"/>
                  </a:solidFill>
                </a:defRPr>
              </a:pPr>
              <a:r>
                <a:rPr u="sng" dirty="0">
                  <a:solidFill>
                    <a:schemeClr val="bg1"/>
                  </a:solidFill>
                  <a:latin typeface="Nunito Sans" pitchFamily="2" charset="77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esmeeburgers@embracecloud.nl</a:t>
              </a:r>
            </a:p>
          </p:txBody>
        </p:sp>
        <p:pic>
          <p:nvPicPr>
            <p:cNvPr id="370" name="Image" descr="Image"/>
            <p:cNvPicPr>
              <a:picLocks noChangeAspect="1"/>
            </p:cNvPicPr>
            <p:nvPr/>
          </p:nvPicPr>
          <p:blipFill>
            <a:blip r:embed="rId3"/>
            <a:srcRect l="3015" t="5191" r="2049" b="5"/>
            <a:stretch>
              <a:fillRect/>
            </a:stretch>
          </p:blipFill>
          <p:spPr>
            <a:xfrm>
              <a:off x="-67" y="0"/>
              <a:ext cx="2081743" cy="2078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1600" extrusionOk="0">
                  <a:moveTo>
                    <a:pt x="9841" y="0"/>
                  </a:moveTo>
                  <a:cubicBezTo>
                    <a:pt x="7323" y="0"/>
                    <a:pt x="4803" y="1055"/>
                    <a:pt x="2882" y="3167"/>
                  </a:cubicBezTo>
                  <a:cubicBezTo>
                    <a:pt x="-961" y="7391"/>
                    <a:pt x="-961" y="14238"/>
                    <a:pt x="2882" y="18462"/>
                  </a:cubicBezTo>
                  <a:cubicBezTo>
                    <a:pt x="4663" y="20420"/>
                    <a:pt x="6958" y="21457"/>
                    <a:pt x="9289" y="21600"/>
                  </a:cubicBezTo>
                  <a:lnTo>
                    <a:pt x="10389" y="21600"/>
                  </a:lnTo>
                  <a:cubicBezTo>
                    <a:pt x="12721" y="21458"/>
                    <a:pt x="15015" y="20420"/>
                    <a:pt x="16796" y="18462"/>
                  </a:cubicBezTo>
                  <a:cubicBezTo>
                    <a:pt x="20639" y="14238"/>
                    <a:pt x="20639" y="7391"/>
                    <a:pt x="16796" y="3167"/>
                  </a:cubicBezTo>
                  <a:cubicBezTo>
                    <a:pt x="14875" y="1055"/>
                    <a:pt x="12359" y="0"/>
                    <a:pt x="9841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grpSp>
        <p:nvGrpSpPr>
          <p:cNvPr id="375" name="Group"/>
          <p:cNvGrpSpPr/>
          <p:nvPr/>
        </p:nvGrpSpPr>
        <p:grpSpPr>
          <a:xfrm>
            <a:off x="1030937" y="7641018"/>
            <a:ext cx="7248176" cy="2078832"/>
            <a:chOff x="-67" y="0"/>
            <a:chExt cx="7248176" cy="2078832"/>
          </a:xfrm>
        </p:grpSpPr>
        <p:sp>
          <p:nvSpPr>
            <p:cNvPr id="372" name="Esmée Burger…"/>
            <p:cNvSpPr/>
            <p:nvPr/>
          </p:nvSpPr>
          <p:spPr>
            <a:xfrm>
              <a:off x="2580596" y="80449"/>
              <a:ext cx="3599372" cy="1002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>
                  <a:solidFill>
                    <a:srgbClr val="FFFFFF"/>
                  </a:solidFill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rPr b="1" err="1">
                  <a:latin typeface="Nunito Sans SemiBold" pitchFamily="2" charset="77"/>
                </a:rPr>
                <a:t>Esmée</a:t>
              </a:r>
              <a:r>
                <a:rPr b="1">
                  <a:latin typeface="Nunito Sans SemiBold" pitchFamily="2" charset="77"/>
                </a:rPr>
                <a:t> Burger</a:t>
              </a:r>
            </a:p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>
                  <a:solidFill>
                    <a:srgbClr val="FFFFFF"/>
                  </a:solidFill>
                  <a:latin typeface="Avenir Heavy"/>
                  <a:ea typeface="Avenir Heavy"/>
                  <a:cs typeface="Avenir Heavy"/>
                  <a:sym typeface="Avenir Heavy"/>
                </a:defRPr>
              </a:pPr>
              <a:r>
                <a:rPr b="1" err="1">
                  <a:latin typeface="Nunito Sans SemiBold" pitchFamily="2" charset="77"/>
                </a:rPr>
                <a:t>Adviseur</a:t>
              </a:r>
              <a:r>
                <a:rPr b="1">
                  <a:latin typeface="Nunito Sans SemiBold" pitchFamily="2" charset="77"/>
                </a:rPr>
                <a:t> </a:t>
              </a:r>
              <a:r>
                <a:rPr b="1" err="1">
                  <a:latin typeface="Nunito Sans SemiBold" pitchFamily="2" charset="77"/>
                </a:rPr>
                <a:t>zorg</a:t>
              </a:r>
              <a:r>
                <a:rPr b="1">
                  <a:latin typeface="Nunito Sans SemiBold" pitchFamily="2" charset="77"/>
                </a:rPr>
                <a:t> &amp; </a:t>
              </a:r>
              <a:r>
                <a:rPr b="1" err="1">
                  <a:latin typeface="Nunito Sans SemiBold" pitchFamily="2" charset="77"/>
                </a:rPr>
                <a:t>welzijn</a:t>
              </a:r>
              <a:endParaRPr b="1">
                <a:latin typeface="Nunito Sans SemiBold" pitchFamily="2" charset="77"/>
              </a:endParaRPr>
            </a:p>
          </p:txBody>
        </p:sp>
        <p:sp>
          <p:nvSpPr>
            <p:cNvPr id="373" name="06 511 244 04…"/>
            <p:cNvSpPr/>
            <p:nvPr/>
          </p:nvSpPr>
          <p:spPr>
            <a:xfrm>
              <a:off x="2544330" y="1021809"/>
              <a:ext cx="4703779" cy="10011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pc="-80">
                  <a:solidFill>
                    <a:srgbClr val="FFFFFF"/>
                  </a:solidFill>
                </a:defRPr>
              </a:pPr>
              <a:r>
                <a:rPr dirty="0">
                  <a:solidFill>
                    <a:schemeClr val="bg1"/>
                  </a:solidFill>
                  <a:latin typeface="Nunito Sans" pitchFamily="2" charset="77"/>
                </a:rPr>
                <a:t>06 511 244 04</a:t>
              </a:r>
            </a:p>
            <a:p>
              <a:pPr defTabSz="12700">
                <a:lnSpc>
                  <a:spcPts val="3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pc="-80">
                  <a:solidFill>
                    <a:srgbClr val="FFFFFF"/>
                  </a:solidFill>
                </a:defRPr>
              </a:pPr>
              <a:r>
                <a:rPr u="sng" dirty="0">
                  <a:solidFill>
                    <a:schemeClr val="bg1"/>
                  </a:solidFill>
                  <a:latin typeface="Nunito Sans" pitchFamily="2" charset="77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esmeeburgers@embracecloud.nl</a:t>
              </a:r>
            </a:p>
          </p:txBody>
        </p:sp>
        <p:pic>
          <p:nvPicPr>
            <p:cNvPr id="374" name="Image" descr="Image"/>
            <p:cNvPicPr>
              <a:picLocks noChangeAspect="1"/>
            </p:cNvPicPr>
            <p:nvPr/>
          </p:nvPicPr>
          <p:blipFill>
            <a:blip r:embed="rId3"/>
            <a:srcRect l="3015" t="5191" r="2049" b="5"/>
            <a:stretch>
              <a:fillRect/>
            </a:stretch>
          </p:blipFill>
          <p:spPr>
            <a:xfrm>
              <a:off x="-67" y="0"/>
              <a:ext cx="2081743" cy="20788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21600" extrusionOk="0">
                  <a:moveTo>
                    <a:pt x="9841" y="0"/>
                  </a:moveTo>
                  <a:cubicBezTo>
                    <a:pt x="7323" y="0"/>
                    <a:pt x="4803" y="1055"/>
                    <a:pt x="2882" y="3167"/>
                  </a:cubicBezTo>
                  <a:cubicBezTo>
                    <a:pt x="-961" y="7391"/>
                    <a:pt x="-961" y="14238"/>
                    <a:pt x="2882" y="18462"/>
                  </a:cubicBezTo>
                  <a:cubicBezTo>
                    <a:pt x="4663" y="20420"/>
                    <a:pt x="6958" y="21457"/>
                    <a:pt x="9289" y="21600"/>
                  </a:cubicBezTo>
                  <a:lnTo>
                    <a:pt x="10389" y="21600"/>
                  </a:lnTo>
                  <a:cubicBezTo>
                    <a:pt x="12721" y="21458"/>
                    <a:pt x="15015" y="20420"/>
                    <a:pt x="16796" y="18462"/>
                  </a:cubicBezTo>
                  <a:cubicBezTo>
                    <a:pt x="20639" y="14238"/>
                    <a:pt x="20639" y="7391"/>
                    <a:pt x="16796" y="3167"/>
                  </a:cubicBezTo>
                  <a:cubicBezTo>
                    <a:pt x="14875" y="1055"/>
                    <a:pt x="12359" y="0"/>
                    <a:pt x="9841" y="0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Black">
  <a:themeElements>
    <a:clrScheme name="Embrace">
      <a:dk1>
        <a:srgbClr val="0C265A"/>
      </a:dk1>
      <a:lt1>
        <a:srgbClr val="FFFFFF"/>
      </a:lt1>
      <a:dk2>
        <a:srgbClr val="DEE7FF"/>
      </a:dk2>
      <a:lt2>
        <a:srgbClr val="F6F6F6"/>
      </a:lt2>
      <a:accent1>
        <a:srgbClr val="225CFF"/>
      </a:accent1>
      <a:accent2>
        <a:srgbClr val="DEE7FF"/>
      </a:accent2>
      <a:accent3>
        <a:srgbClr val="FDEDED"/>
      </a:accent3>
      <a:accent4>
        <a:srgbClr val="F6F3E9"/>
      </a:accent4>
      <a:accent5>
        <a:srgbClr val="E9F6F1"/>
      </a:accent5>
      <a:accent6>
        <a:srgbClr val="0C1C47"/>
      </a:accent6>
      <a:hlink>
        <a:srgbClr val="225CFF"/>
      </a:hlink>
      <a:folHlink>
        <a:srgbClr val="0C1C47"/>
      </a:folHlink>
    </a:clrScheme>
    <a:fontScheme name="Kop- en hoofdtekst">
      <a:majorFont>
        <a:latin typeface="Nunito Sans SemiBold"/>
        <a:ea typeface="Avenir Medium"/>
        <a:cs typeface="Avenir Medium"/>
      </a:majorFont>
      <a:minorFont>
        <a:latin typeface="Nunito Sans"/>
        <a:ea typeface="Avenir Medium"/>
        <a:cs typeface="Avenir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ts val="32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 dirty="0">
            <a:ln>
              <a:noFill/>
            </a:ln>
            <a:solidFill>
              <a:srgbClr val="0C1C47"/>
            </a:solidFill>
            <a:effectLst/>
            <a:uFillTx/>
            <a:latin typeface="+mn-lt"/>
            <a:ea typeface="Avenir Book"/>
            <a:cs typeface="Avenir Book"/>
            <a:sym typeface="Avenir Book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Avenir Medium"/>
        <a:ea typeface="Avenir Medium"/>
        <a:cs typeface="Avenir Medium"/>
      </a:majorFont>
      <a:minorFont>
        <a:latin typeface="Avenir Medium"/>
        <a:ea typeface="Avenir Medium"/>
        <a:cs typeface="Avenir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ts val="32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C1C47"/>
            </a:solidFill>
            <a:effectLst/>
            <a:uFillTx/>
            <a:latin typeface="Avenir Book"/>
            <a:ea typeface="Avenir Book"/>
            <a:cs typeface="Avenir Book"/>
            <a:sym typeface="Avenir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7B21A45A0FED4BAC978A85E27544A8" ma:contentTypeVersion="12" ma:contentTypeDescription="Een nieuw document maken." ma:contentTypeScope="" ma:versionID="7d79abdcaed38d88887db54ceda5ea8a">
  <xsd:schema xmlns:xsd="http://www.w3.org/2001/XMLSchema" xmlns:xs="http://www.w3.org/2001/XMLSchema" xmlns:p="http://schemas.microsoft.com/office/2006/metadata/properties" xmlns:ns2="cd14f904-5be1-476a-a8f7-1f78a9b12536" xmlns:ns3="c11f7fbf-bcd3-4c7a-9315-f15f2576edef" targetNamespace="http://schemas.microsoft.com/office/2006/metadata/properties" ma:root="true" ma:fieldsID="fe9c861e4671808118be859015f0faea" ns2:_="" ns3:_="">
    <xsd:import namespace="cd14f904-5be1-476a-a8f7-1f78a9b12536"/>
    <xsd:import namespace="c11f7fbf-bcd3-4c7a-9315-f15f2576ed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14f904-5be1-476a-a8f7-1f78a9b125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f7fbf-bcd3-4c7a-9315-f15f2576ede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0B7E28-70B5-4EA5-9A21-B682BC0F33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FCEE6D-E288-4EA5-AC5D-07466F907169}">
  <ds:schemaRefs>
    <ds:schemaRef ds:uri="c11f7fbf-bcd3-4c7a-9315-f15f2576edef"/>
    <ds:schemaRef ds:uri="cd14f904-5be1-476a-a8f7-1f78a9b125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38BFB71-F197-4389-8DC3-26528FEA2CD9}">
  <ds:schemaRefs>
    <ds:schemaRef ds:uri="c11f7fbf-bcd3-4c7a-9315-f15f2576edef"/>
    <ds:schemaRef ds:uri="cd14f904-5be1-476a-a8f7-1f78a9b125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1040</TotalTime>
  <Words>281</Words>
  <Application>Microsoft Macintosh PowerPoint</Application>
  <PresentationFormat>Aangepast</PresentationFormat>
  <Paragraphs>90</Paragraphs>
  <Slides>24</Slides>
  <Notes>3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8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24</vt:i4>
      </vt:variant>
    </vt:vector>
  </HeadingPairs>
  <TitlesOfParts>
    <vt:vector size="33" baseType="lpstr">
      <vt:lpstr>Arial</vt:lpstr>
      <vt:lpstr>Avenir Book</vt:lpstr>
      <vt:lpstr>Avenir Medium</vt:lpstr>
      <vt:lpstr>Helvetica Neue</vt:lpstr>
      <vt:lpstr>Helvetica Neue Light</vt:lpstr>
      <vt:lpstr>Helvetica Neue Medium</vt:lpstr>
      <vt:lpstr>Nunito Sans</vt:lpstr>
      <vt:lpstr>Nunito Sans SemiBold</vt:lpstr>
      <vt:lpstr>Black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Désirée de Vries</cp:lastModifiedBy>
  <cp:revision>5</cp:revision>
  <dcterms:modified xsi:type="dcterms:W3CDTF">2021-02-11T08:08:42Z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0x010100C27B21A45A0FED4BAC978A85E27544A8</vt:lpwstr>
  </property>
</Properties>
</file>