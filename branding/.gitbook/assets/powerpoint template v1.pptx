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9A6EF-253B-1648-AD6D-ED504032381C}" v="19" dt="2019-03-14T08:41:00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4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392" y="168"/>
      </p:cViewPr>
      <p:guideLst>
        <p:guide orient="horz" pos="2160"/>
        <p:guide pos="71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62E7-B8E6-4FDE-B82A-9E439EA8B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CA41E-5758-4CF6-A2F5-4C5EEF83D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E6E6-8583-460E-A253-F374FF40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1163-F8E0-4D20-985C-7E5773A7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6D97D-66DB-45DB-A4A6-535F8B56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91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09F5-AC96-4338-912A-6E28FE85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FA75-CDF7-451C-B85C-3211993F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3994A-1F51-4753-A740-C0241163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D7F8-F900-497B-8C1F-1C81886C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E6D6-4B9C-4AEE-838A-7F279409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6437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ECAF-57C2-42CC-BCE4-13771A03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77006-B36E-491A-A12C-10F3B898D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0F72-116B-451C-BCA9-F16CA915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7D6F0-F85B-4EFE-955F-3FD407F8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7988-38D1-41F2-95AB-FF67824B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60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D837-BE0C-4CA3-95F2-899D2455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FB46-F976-4846-80B3-59DB95A0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47CF2-C1F8-4962-932E-5ED70B643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4B3A-74C8-48B4-A76B-5EEA3F50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76131-641F-4227-BD71-2F91C64D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0CAAC-EF04-4EE8-9340-8B73956B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637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41A4-C4A0-422B-934E-9A6FB2B8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32BDF-F2FD-46BB-92E5-2C5B277B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DBF53-D1CB-4947-8B65-9AA57D389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6E688-0470-473A-BAC9-77E409C54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07FAE-65A0-4E52-BABE-59638ABA3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73A90-2232-44BE-9267-4782E1FE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0E13D-7926-4E9D-A32C-A6B89CFE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7A630-94FD-47CE-AA4C-193516E6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544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AC4A-4288-4F74-8EF3-5B5444EC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796AA-2345-46DE-AE67-03236D64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B4F4F-8695-4DD9-8A52-76590981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8FAC6-34CB-42CF-8FCB-4CDB2C88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852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56B04-9197-4C24-AE2D-D06C7F25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CE6D4-BFBA-47F9-84F3-5FA9BF7E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7776-02E1-4D68-A514-B027C3A3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307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8836-A801-4C94-BCC4-A4822AA5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F638-5969-48C5-B555-0EB5BC74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033FD-8ED2-40A7-9D4E-75313D2C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609D6-1C21-4368-92B7-165A8C37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2D5C-414A-45F1-9DE2-722AA177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F348-E282-41D1-8DAA-D96BD80B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879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EE1D-C235-4499-95EA-53A24F1B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E7345-F7CC-4943-B732-B810AED26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5915-AEC7-45F6-B073-A011C2B61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36BEB-3994-4E14-B17F-1922F4BB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6555F-A085-4AC0-9BC7-BE1E982F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C80B7-74FC-4457-B53C-C41BDC1E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328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FBB9-0C33-49F4-B2B4-69E92416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073FC-B7E8-4609-AEC6-B5359F4D7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8A91-0496-44DD-8778-90FB2FF1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36B1-DB33-40A4-B4B3-42074820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D881-9ADA-4901-8A49-F86F9512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453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02591-778C-4FE6-890C-4E08C92FE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D0FEB-BFE4-4E34-B50E-46C8E0430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54A51-C8EA-4D61-A0C0-7F54DE0A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C312-8D46-452C-8841-9DB8CF1A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ED01-3958-40FF-9269-37BAC674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757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5EA6D-3262-42DF-A466-5EFD8311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26E9-0CC3-4B0D-99FE-8692867A6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FE39-F717-4CAB-ACE1-89ACC77EF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B1FD1-D726-404B-ABFF-A8583D59F55C}" type="datetimeFigureOut">
              <a:rPr lang="nl-NL" smtClean="0"/>
              <a:t>14-03-19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9290-CA14-4348-9754-C91D98CB0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7AF6-2F20-4055-8C48-C11144AC4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51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1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205080"/>
      </p:ext>
    </p:extLst>
  </p:cSld>
  <p:clrMapOvr>
    <a:masterClrMapping/>
  </p:clrMapOvr>
  <p:transition spd="slow" advClick="0" advTm="6000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B6E5-2E29-4127-A966-D083A620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6354-0A31-4603-8F4A-DDB88792D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8646B-6005-4D4E-877D-0F213160B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776E5-170B-A54B-8AD7-6970212BE165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samen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werken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binnen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vakgebied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AEBF7-4D43-7441-AB94-E57D6FD5454F}"/>
              </a:ext>
            </a:extLst>
          </p:cNvPr>
          <p:cNvSpPr txBox="1"/>
          <p:nvPr/>
        </p:nvSpPr>
        <p:spPr>
          <a:xfrm>
            <a:off x="7290486" y="3216494"/>
            <a:ext cx="4112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verbinden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kennis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delen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met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social platform</a:t>
            </a:r>
          </a:p>
        </p:txBody>
      </p:sp>
    </p:spTree>
    <p:extLst>
      <p:ext uri="{BB962C8B-B14F-4D97-AF65-F5344CB8AC3E}">
        <p14:creationId xmlns:p14="http://schemas.microsoft.com/office/powerpoint/2010/main" val="407292321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548-B061-4E04-96F3-AF006665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541B-6A74-4691-AF40-1A0B3F2D0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5E3D1-22A9-4754-8394-E512B1B87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AC31C-58D9-6047-B4DD-9B4789558843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hoe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communicatief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476F1-6A21-3D49-9C28-1A919F52748A}"/>
              </a:ext>
            </a:extLst>
          </p:cNvPr>
          <p:cNvSpPr txBox="1"/>
          <p:nvPr/>
        </p:nvSpPr>
        <p:spPr>
          <a:xfrm>
            <a:off x="6096000" y="3216494"/>
            <a:ext cx="5307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online in contact met embrace social intranet</a:t>
            </a:r>
          </a:p>
        </p:txBody>
      </p:sp>
    </p:spTree>
    <p:extLst>
      <p:ext uri="{BB962C8B-B14F-4D97-AF65-F5344CB8AC3E}">
        <p14:creationId xmlns:p14="http://schemas.microsoft.com/office/powerpoint/2010/main" val="271708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BB5B-6B25-4DF5-82CF-CA0952DF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7294-F8C4-49F9-9788-EB49CA9C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4BB26-8C34-4946-9209-344E45CC2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89883-41A8-F048-977F-AB3C0080DF34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online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verbonden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77A38-4E8F-8A4E-8315-2823767420A7}"/>
              </a:ext>
            </a:extLst>
          </p:cNvPr>
          <p:cNvSpPr txBox="1"/>
          <p:nvPr/>
        </p:nvSpPr>
        <p:spPr>
          <a:xfrm>
            <a:off x="6697362" y="3216494"/>
            <a:ext cx="4705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embrace social intranet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helpt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organisaties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beter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communiceren</a:t>
            </a:r>
            <a:endParaRPr lang="en-US" sz="3000" dirty="0">
              <a:solidFill>
                <a:srgbClr val="16A7B6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1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mbrace 2017 template">
      <a:dk1>
        <a:srgbClr val="FFFFFF"/>
      </a:dk1>
      <a:lt1>
        <a:srgbClr val="00B0F0"/>
      </a:lt1>
      <a:dk2>
        <a:srgbClr val="FFFFFF"/>
      </a:dk2>
      <a:lt2>
        <a:srgbClr val="FFFFFF"/>
      </a:lt2>
      <a:accent1>
        <a:srgbClr val="F2F2F2"/>
      </a:accent1>
      <a:accent2>
        <a:srgbClr val="C9F0FE"/>
      </a:accent2>
      <a:accent3>
        <a:srgbClr val="93E2FF"/>
      </a:accent3>
      <a:accent4>
        <a:srgbClr val="5CD3FF"/>
      </a:accent4>
      <a:accent5>
        <a:srgbClr val="0084B4"/>
      </a:accent5>
      <a:accent6>
        <a:srgbClr val="005878"/>
      </a:accent6>
      <a:hlink>
        <a:srgbClr val="00B0F0"/>
      </a:hlink>
      <a:folHlink>
        <a:srgbClr val="005878"/>
      </a:folHlink>
    </a:clrScheme>
    <a:fontScheme name="Sofia PRo">
      <a:majorFont>
        <a:latin typeface="Sofia Pro Bold"/>
        <a:ea typeface=""/>
        <a:cs typeface=""/>
      </a:majorFont>
      <a:minorFont>
        <a:latin typeface="Sof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40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Chrono</vt:lpstr>
      <vt:lpstr>Roboto Light</vt:lpstr>
      <vt:lpstr>Sofia Pro Bold</vt:lpstr>
      <vt:lpstr>Sofia Pro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Linn Helén Gundersen</dc:creator>
  <cp:lastModifiedBy>Linn Helen Gundersen</cp:lastModifiedBy>
  <cp:revision>10</cp:revision>
  <dcterms:created xsi:type="dcterms:W3CDTF">2018-03-20T14:07:16Z</dcterms:created>
  <dcterms:modified xsi:type="dcterms:W3CDTF">2019-03-14T16:38:45Z</dcterms:modified>
</cp:coreProperties>
</file>