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77" r:id="rId4"/>
    <p:sldId id="260" r:id="rId5"/>
    <p:sldId id="278" r:id="rId6"/>
    <p:sldId id="262" r:id="rId7"/>
    <p:sldId id="279" r:id="rId8"/>
    <p:sldId id="282" r:id="rId9"/>
    <p:sldId id="283" r:id="rId10"/>
    <p:sldId id="280" r:id="rId11"/>
    <p:sldId id="281" r:id="rId1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1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A7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19A6EF-253B-1648-AD6D-ED504032381C}" v="109" dt="2019-03-20T17:03:29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48" autoAdjust="0"/>
    <p:restoredTop sz="94660"/>
  </p:normalViewPr>
  <p:slideViewPr>
    <p:cSldViewPr snapToGrid="0" showGuides="1">
      <p:cViewPr varScale="1">
        <p:scale>
          <a:sx n="46" d="100"/>
          <a:sy n="46" d="100"/>
        </p:scale>
        <p:origin x="200" y="1848"/>
      </p:cViewPr>
      <p:guideLst>
        <p:guide orient="horz" pos="2160"/>
        <p:guide pos="71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F62E7-B8E6-4FDE-B82A-9E439EA8B2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DCA41E-5758-4CF6-A2F5-4C5EEF83D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9E6E6-8583-460E-A253-F374FF409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21-03-19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81163-F8E0-4D20-985C-7E5773A76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6D97D-66DB-45DB-A4A6-535F8B562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6914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B09F5-AC96-4338-912A-6E28FE85A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5FA75-CDF7-451C-B85C-3211993F6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3994A-1F51-4753-A740-C02411632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21-03-19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DD7F8-F900-497B-8C1F-1C81886C6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E6D6-4B9C-4AEE-838A-7F279409E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6437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9ECAF-57C2-42CC-BCE4-13771A036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77006-B36E-491A-A12C-10F3B898D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C0F72-116B-451C-BCA9-F16CA915B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21-03-19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7D6F0-F85B-4EFE-955F-3FD407F84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7988-38D1-41F2-95AB-FF67824BB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0609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2D837-BE0C-4CA3-95F2-899D24550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FFB46-F976-4846-80B3-59DB95A05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47CF2-C1F8-4962-932E-5ED70B643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324B3A-74C8-48B4-A76B-5EEA3F504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21-03-19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76131-641F-4227-BD71-2F91C64D4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0CAAC-EF04-4EE8-9340-8B73956B6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36371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341A4-C4A0-422B-934E-9A6FB2B88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32BDF-F2FD-46BB-92E5-2C5B277BB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DDBF53-D1CB-4947-8B65-9AA57D389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86E688-0470-473A-BAC9-77E409C548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E07FAE-65A0-4E52-BABE-59638ABA33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273A90-2232-44BE-9267-4782E1FE3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21-03-19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A0E13D-7926-4E9D-A32C-A6B89CFE1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E7A630-94FD-47CE-AA4C-193516E6C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5442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2AC4A-4288-4F74-8EF3-5B5444EC6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5796AA-2345-46DE-AE67-03236D642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21-03-19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1B4F4F-8695-4DD9-8A52-765909811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8FAC6-34CB-42CF-8FCB-4CDB2C889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78526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956B04-9197-4C24-AE2D-D06C7F254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21-03-19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8CE6D4-BFBA-47F9-84F3-5FA9BF7E3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C7776-02E1-4D68-A514-B027C3A39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13073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8836-A801-4C94-BCC4-A4822AA56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FF638-5969-48C5-B555-0EB5BC74A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B033FD-8ED2-40A7-9D4E-75313D2CF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A609D6-1C21-4368-92B7-165A8C371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21-03-19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1D2D5C-414A-45F1-9DE2-722AA177E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DF348-E282-41D1-8DAA-D96BD80BC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38792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4EE1D-C235-4499-95EA-53A24F1BF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4E7345-F7CC-4943-B732-B810AED266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2F5915-AEC7-45F6-B073-A011C2B61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36BEB-3994-4E14-B17F-1922F4BB7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21-03-19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56555F-A085-4AC0-9BC7-BE1E982F1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C80B7-74FC-4457-B53C-C41BDC1E3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43285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6FBB9-0C33-49F4-B2B4-69E924165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7073FC-B7E8-4609-AEC6-B5359F4D7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A8A91-0496-44DD-8778-90FB2FF1E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21-03-19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336B1-DB33-40A4-B4B3-42074820A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ED881-9ADA-4901-8A49-F86F95128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04532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802591-778C-4FE6-890C-4E08C92FE4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2D0FEB-BFE4-4E34-B50E-46C8E0430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54A51-C8EA-4D61-A0C0-7F54DE0A0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21-03-19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7C312-8D46-452C-8841-9DB8CF1A6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2ED01-3958-40FF-9269-37BAC6747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27576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C5EA6D-3262-42DF-A466-5EFD8311B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C26E9-0CC3-4B0D-99FE-8692867A6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8FE39-F717-4CAB-ACE1-89ACC77EF9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B1FD1-D726-404B-ABFF-A8583D59F55C}" type="datetimeFigureOut">
              <a:rPr lang="nl-NL" smtClean="0"/>
              <a:t>21-03-19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89290-CA14-4348-9754-C91D98CB0E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97AF6-2F20-4055-8C48-C11144AC4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01516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1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1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1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1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1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2205080"/>
      </p:ext>
    </p:extLst>
  </p:cSld>
  <p:clrMapOvr>
    <a:masterClrMapping/>
  </p:clrMapOvr>
  <p:transition spd="slow" advTm="6000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A462A3-CEBA-4610-B365-55D1385E7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8383" y="-960922"/>
            <a:ext cx="12490383" cy="832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800465"/>
      </p:ext>
    </p:extLst>
  </p:cSld>
  <p:clrMapOvr>
    <a:masterClrMapping/>
  </p:clrMapOvr>
  <p:transition spd="slow" advClick="0" advTm="6000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DB6E5-2E29-4127-A966-D083A6202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46354-0A31-4603-8F4A-DDB88792D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B8646B-6005-4D4E-877D-0F213160B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189" y="-13063"/>
            <a:ext cx="12377784" cy="69625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7776E5-170B-A54B-8AD7-6970212BE165}"/>
              </a:ext>
            </a:extLst>
          </p:cNvPr>
          <p:cNvSpPr txBox="1"/>
          <p:nvPr/>
        </p:nvSpPr>
        <p:spPr>
          <a:xfrm>
            <a:off x="4633281" y="1270983"/>
            <a:ext cx="67945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samen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werken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binnen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jouw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vakgebied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EAEBF7-4D43-7441-AB94-E57D6FD5454F}"/>
              </a:ext>
            </a:extLst>
          </p:cNvPr>
          <p:cNvSpPr txBox="1"/>
          <p:nvPr/>
        </p:nvSpPr>
        <p:spPr>
          <a:xfrm>
            <a:off x="7290486" y="3216494"/>
            <a:ext cx="41125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0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verbinden</a:t>
            </a:r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30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en</a:t>
            </a:r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30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kennis</a:t>
            </a:r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30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delen</a:t>
            </a:r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met </a:t>
            </a:r>
            <a:r>
              <a:rPr lang="en-US" sz="30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een</a:t>
            </a:r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social platform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639FDC-7A04-984D-9D5F-5A9A3770985E}"/>
              </a:ext>
            </a:extLst>
          </p:cNvPr>
          <p:cNvSpPr/>
          <p:nvPr/>
        </p:nvSpPr>
        <p:spPr>
          <a:xfrm>
            <a:off x="7749633" y="5761516"/>
            <a:ext cx="3678148" cy="10479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C4EC37-CBD7-BE43-9697-96B9EF2F2D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098056"/>
            <a:ext cx="501975" cy="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923216"/>
      </p:ext>
    </p:extLst>
  </p:cSld>
  <p:clrMapOvr>
    <a:masterClrMapping/>
  </p:clrMapOvr>
  <p:transition spd="slow" advTm="6000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A462A3-CEBA-4610-B365-55D1385E7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30" y="-770021"/>
            <a:ext cx="12228894" cy="815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129645"/>
      </p:ext>
    </p:extLst>
  </p:cSld>
  <p:clrMapOvr>
    <a:masterClrMapping/>
  </p:clrMapOvr>
  <p:transition spd="slow" advClick="0" advTm="6000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2D548-B061-4E04-96F3-AF006665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158A597-A993-DB4D-9133-43B35F75F3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313657"/>
            <a:ext cx="10515600" cy="1375273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C5E3D1-22A9-4754-8394-E512B1B87C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3064" y="-13063"/>
            <a:ext cx="12305213" cy="69216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DAC31C-58D9-6047-B4DD-9B4789558843}"/>
              </a:ext>
            </a:extLst>
          </p:cNvPr>
          <p:cNvSpPr txBox="1"/>
          <p:nvPr/>
        </p:nvSpPr>
        <p:spPr>
          <a:xfrm>
            <a:off x="838200" y="1270983"/>
            <a:ext cx="67945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hoe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communicatief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 is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jouw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organisatie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D476F1-6A21-3D49-9C28-1A919F52748A}"/>
              </a:ext>
            </a:extLst>
          </p:cNvPr>
          <p:cNvSpPr txBox="1"/>
          <p:nvPr/>
        </p:nvSpPr>
        <p:spPr>
          <a:xfrm>
            <a:off x="838200" y="3216494"/>
            <a:ext cx="53070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online in contact met embrace social intranet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9DBEE9-1D04-184E-8D4C-D5A20B1EB8A8}"/>
              </a:ext>
            </a:extLst>
          </p:cNvPr>
          <p:cNvSpPr/>
          <p:nvPr/>
        </p:nvSpPr>
        <p:spPr>
          <a:xfrm>
            <a:off x="612168" y="5761516"/>
            <a:ext cx="3678148" cy="10479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BDB667B-E8FA-8E4D-9E3F-FA169D376B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098056"/>
            <a:ext cx="501975" cy="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84609"/>
      </p:ext>
    </p:extLst>
  </p:cSld>
  <p:clrMapOvr>
    <a:masterClrMapping/>
  </p:clrMapOvr>
  <p:transition spd="slow" advTm="6000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A462A3-CEBA-4610-B365-55D1385E7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2001"/>
            <a:ext cx="12224082" cy="8149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02995"/>
      </p:ext>
    </p:extLst>
  </p:cSld>
  <p:clrMapOvr>
    <a:masterClrMapping/>
  </p:clrMapOvr>
  <p:transition spd="slow" advClick="0" advTm="6000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8BB5B-6B25-4DF5-82CF-CA0952DF6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77294-F8C4-49F9-9788-EB49CA9CD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84BB26-8C34-4946-9209-344E45CC2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64" y="-13063"/>
            <a:ext cx="12215223" cy="68710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889883-41A8-F048-977F-AB3C0080DF34}"/>
              </a:ext>
            </a:extLst>
          </p:cNvPr>
          <p:cNvSpPr txBox="1"/>
          <p:nvPr/>
        </p:nvSpPr>
        <p:spPr>
          <a:xfrm>
            <a:off x="4633281" y="1270983"/>
            <a:ext cx="67945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is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jouw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organisatie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 online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verbonden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777A38-4E8F-8A4E-8315-2823767420A7}"/>
              </a:ext>
            </a:extLst>
          </p:cNvPr>
          <p:cNvSpPr txBox="1"/>
          <p:nvPr/>
        </p:nvSpPr>
        <p:spPr>
          <a:xfrm>
            <a:off x="6697362" y="3216494"/>
            <a:ext cx="47057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embrace social intranet </a:t>
            </a:r>
            <a:r>
              <a:rPr lang="en-US" sz="30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helpt</a:t>
            </a:r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30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organisaties</a:t>
            </a:r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30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beter</a:t>
            </a:r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30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communiceren</a:t>
            </a:r>
            <a:endParaRPr lang="en-US" sz="3000" dirty="0">
              <a:solidFill>
                <a:srgbClr val="16A7B6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E0371C-3814-8E46-B758-00232E93E41A}"/>
              </a:ext>
            </a:extLst>
          </p:cNvPr>
          <p:cNvSpPr/>
          <p:nvPr/>
        </p:nvSpPr>
        <p:spPr>
          <a:xfrm>
            <a:off x="7712643" y="5761516"/>
            <a:ext cx="3678148" cy="10479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F217BD-A490-F446-866C-1598DEDB91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098056"/>
            <a:ext cx="501975" cy="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213416"/>
      </p:ext>
    </p:extLst>
  </p:cSld>
  <p:clrMapOvr>
    <a:masterClrMapping/>
  </p:clrMapOvr>
  <p:transition spd="slow" advTm="6000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088EE-DAC2-5748-9197-0A287B00C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6CED04-71C7-9844-9576-1319B940A1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4181" y="-13063"/>
            <a:ext cx="12407061" cy="6975565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FD46F7-1256-2E4F-9746-2EC363514C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0" y="6098056"/>
            <a:ext cx="501974" cy="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528137"/>
      </p:ext>
    </p:extLst>
  </p:cSld>
  <p:clrMapOvr>
    <a:masterClrMapping/>
  </p:clrMapOvr>
  <p:transition spd="slow" advTm="6000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088EE-DAC2-5748-9197-0A287B00C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6CED04-71C7-9844-9576-1319B940A1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4180" y="-13063"/>
            <a:ext cx="12407059" cy="6975565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DA1AAD7-B023-FA4B-80A1-E346C1E69A59}"/>
              </a:ext>
            </a:extLst>
          </p:cNvPr>
          <p:cNvSpPr/>
          <p:nvPr/>
        </p:nvSpPr>
        <p:spPr>
          <a:xfrm>
            <a:off x="5598908" y="3244334"/>
            <a:ext cx="9941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2,33 cm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8B32DD-E126-C947-8056-85CF156BD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0" y="6098056"/>
            <a:ext cx="501974" cy="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232419"/>
      </p:ext>
    </p:extLst>
  </p:cSld>
  <p:clrMapOvr>
    <a:masterClrMapping/>
  </p:clrMapOvr>
  <p:transition spd="slow" advTm="6000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D412-A640-E14F-B45C-78A543AF3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9FA823-9883-3841-B38C-DE4A5BBD43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7953" cy="6857999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561505-2CC1-714B-9704-EE817BBA17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098056"/>
            <a:ext cx="501975" cy="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936106"/>
      </p:ext>
    </p:extLst>
  </p:cSld>
  <p:clrMapOvr>
    <a:masterClrMapping/>
  </p:clrMapOvr>
  <p:transition spd="slow" advTm="6000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3C5B7-79DD-C34C-8ECF-770198D62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82B3DF-3140-254E-BB0B-BC90AC302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64" y="-13064"/>
            <a:ext cx="12331337" cy="6932992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57E0C4-A3FF-D343-8B7F-11AD315EAD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0" y="6098056"/>
            <a:ext cx="501974" cy="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417293"/>
      </p:ext>
    </p:extLst>
  </p:cSld>
  <p:clrMapOvr>
    <a:masterClrMapping/>
  </p:clrMapOvr>
  <p:transition spd="slow" advTm="6000">
    <p:push dir="u"/>
  </p:transition>
</p:sld>
</file>

<file path=ppt/theme/theme1.xml><?xml version="1.0" encoding="utf-8"?>
<a:theme xmlns:a="http://schemas.openxmlformats.org/drawingml/2006/main" name="Office Theme">
  <a:themeElements>
    <a:clrScheme name="Embrace 2017 template">
      <a:dk1>
        <a:srgbClr val="FFFFFF"/>
      </a:dk1>
      <a:lt1>
        <a:srgbClr val="00B0F0"/>
      </a:lt1>
      <a:dk2>
        <a:srgbClr val="FFFFFF"/>
      </a:dk2>
      <a:lt2>
        <a:srgbClr val="FFFFFF"/>
      </a:lt2>
      <a:accent1>
        <a:srgbClr val="F2F2F2"/>
      </a:accent1>
      <a:accent2>
        <a:srgbClr val="C9F0FE"/>
      </a:accent2>
      <a:accent3>
        <a:srgbClr val="93E2FF"/>
      </a:accent3>
      <a:accent4>
        <a:srgbClr val="5CD3FF"/>
      </a:accent4>
      <a:accent5>
        <a:srgbClr val="0084B4"/>
      </a:accent5>
      <a:accent6>
        <a:srgbClr val="005878"/>
      </a:accent6>
      <a:hlink>
        <a:srgbClr val="00B0F0"/>
      </a:hlink>
      <a:folHlink>
        <a:srgbClr val="005878"/>
      </a:folHlink>
    </a:clrScheme>
    <a:fontScheme name="Sofia PRo">
      <a:majorFont>
        <a:latin typeface="Sofia Pro Bold"/>
        <a:ea typeface=""/>
        <a:cs typeface=""/>
      </a:majorFont>
      <a:minorFont>
        <a:latin typeface="Sofi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2177</TotalTime>
  <Words>42</Words>
  <Application>Microsoft Macintosh PowerPoint</Application>
  <PresentationFormat>Widescreen</PresentationFormat>
  <Paragraphs>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Chrono</vt:lpstr>
      <vt:lpstr>Roboto Light</vt:lpstr>
      <vt:lpstr>Sofia Pro Bold</vt:lpstr>
      <vt:lpstr>Sofia Pro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Linn Helén Gundersen</dc:creator>
  <cp:lastModifiedBy>Linn Helen Gundersen</cp:lastModifiedBy>
  <cp:revision>10</cp:revision>
  <dcterms:created xsi:type="dcterms:W3CDTF">2018-03-20T14:07:16Z</dcterms:created>
  <dcterms:modified xsi:type="dcterms:W3CDTF">2019-03-21T10:10:07Z</dcterms:modified>
</cp:coreProperties>
</file>